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7" r:id="rId2"/>
    <p:sldId id="266" r:id="rId3"/>
    <p:sldId id="273" r:id="rId4"/>
    <p:sldId id="274" r:id="rId5"/>
    <p:sldId id="256" r:id="rId6"/>
    <p:sldId id="265" r:id="rId7"/>
    <p:sldId id="270" r:id="rId8"/>
    <p:sldId id="271" r:id="rId9"/>
    <p:sldId id="272" r:id="rId10"/>
    <p:sldId id="263" r:id="rId11"/>
    <p:sldId id="257" r:id="rId12"/>
    <p:sldId id="264" r:id="rId13"/>
    <p:sldId id="269" r:id="rId14"/>
    <p:sldId id="26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6" autoAdjust="0"/>
    <p:restoredTop sz="94194" autoAdjust="0"/>
  </p:normalViewPr>
  <p:slideViewPr>
    <p:cSldViewPr snapToGrid="0">
      <p:cViewPr varScale="1">
        <p:scale>
          <a:sx n="65" d="100"/>
          <a:sy n="65" d="100"/>
        </p:scale>
        <p:origin x="4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5E3DC-C8FA-48D5-9023-FA35DBC7287F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8AB77-554B-4491-A769-0FE87871FA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2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21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78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223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245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362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566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552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166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396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565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603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445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296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24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6DBA3-2BB7-C5A4-7C1C-1FE255C27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31B583-4E0D-6FAF-9DDA-6C8B6EEE2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CF3C9F-5434-A255-A413-27F67655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AA3834-8921-8BC2-91F3-4C8C2FCC2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84E68D-9652-C9CA-3D2B-690113AB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05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D2FB2-EC4E-5684-3ECA-3B71A292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FD3172-D130-DFCA-472A-A738938B4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E0B5EE-A585-EFE4-9712-19AF38EB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D96285-3ABD-D7D5-8CDB-0B83D85E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C9ECC-164B-DEA2-A80D-DCF2920C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98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6537DF-1853-2979-BA57-C124559F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7584C-646F-FBA1-A79B-8EB4013D5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8FDD5-0ABE-2AB2-64F8-EE24CC5B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188DF9-7501-A537-3284-694B6533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8C50C4-D50A-7E5A-D824-3C13C407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10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DD2CE-F988-1D31-AD74-074B74A4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ADC6E6-2972-B517-029F-A995FFFED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2A040-1953-0E0C-9E43-3DBD596DE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854FFF-06A0-ED6C-7E66-8C146C88C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50A428-16A7-735D-4430-BF2E174C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C51C02-A2EE-190A-ED3A-DA3240AC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7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424FE-07CE-8C93-AD0D-FCC3663C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60A06A-DA01-0989-83C8-3156D6D67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337B5D-959F-3697-A664-2231020D7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40EAE2-DC41-010F-1B8F-4C99FBCE2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FF289D-0A65-DADF-E108-78FB6D5F8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D71FC6-AB96-380F-5EE4-4B0DAE601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6B1F42-5113-37A7-1D13-465B0AC01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F2AB1B-749B-E6B4-3EF8-ECD1C81D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13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BF889-4871-49F0-1556-6221F050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8AC7EB-39F3-A7C7-E89A-9CBA895B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B2514-1336-E875-ADA7-0E5FA1EC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E31ABE-F2CD-1E27-AC0E-006061E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25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9068BA-C6B6-B372-A5BB-F6DB40128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3B8397-0E2B-121F-DED4-D99FDB20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F8138B-A948-F230-8BE5-B61D2155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539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703E2-DB59-7918-F42D-8F7A91EC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B66A66-AE0A-E19F-2FCD-12945D777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336B57-706A-8B4B-EF81-852097ED3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C443BC-5A49-885A-C6D0-6FD3BD47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AFEC71-32CA-4D31-D66B-93AAA275D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E771C5-8E0E-5DA1-87DC-90A2E1EC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28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6D79C-16FC-20B9-7805-F916AF07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5CDE57-634D-09CE-F1CF-56D1084F5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4FA208-81BC-EBB1-D46C-E20B31CC5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873CA0-13B8-45BB-8DA7-081269848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9A8E25-D187-7614-4024-65DC5453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BA06C4-DB01-9BD0-B237-2CA60DAC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287CF-F476-8D76-C66B-84CE72CFD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F6DBD8-A5E3-EDD8-37DB-6AFD0CB1C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3B32D5-E503-895B-B7A3-12BA2175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209EA-2EB9-692F-0A1D-00D5EA471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D5D32-C40D-ED9E-C80B-5AD2D73E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7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62CD7A-84A1-CADB-515E-49CF22801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C0E5CE-3C2B-7F33-BF10-5A299C3E4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3EB0F8-0CF9-72B0-0425-F8A8DAD6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0F76B2-8C5C-973E-9C8E-2921B76E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C08DD9-4580-9160-E3E0-927BA35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12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262AE1-B4F5-8E51-AD36-397F20C0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413F83-AC11-D868-FE8A-B31743FC9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177A91-AB3F-DBEA-5FCB-9C96BF8B4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6BBA1-A1FC-4A40-A160-A9E18979A838}" type="datetimeFigureOut">
              <a:rPr lang="ko-KR" altLang="en-US" smtClean="0"/>
              <a:t>2024-08-14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176E3C-1DC9-5B0F-B3C9-3F22BEAD1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9A928D-BAC6-B6B1-0F96-B9B852666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5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4.wdp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microsoft.com/office/2007/relationships/hdphoto" Target="../media/hdphoto2.wdp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7.png"/><Relationship Id="rId9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10.png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FDCB8D-83D2-6D1B-1624-57473F21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-14064"/>
            <a:ext cx="12001500" cy="685800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2E813D-182A-D6CB-0DA7-F9843A586C53}"/>
              </a:ext>
            </a:extLst>
          </p:cNvPr>
          <p:cNvGrpSpPr/>
          <p:nvPr/>
        </p:nvGrpSpPr>
        <p:grpSpPr>
          <a:xfrm>
            <a:off x="3896053" y="14064"/>
            <a:ext cx="4399894" cy="2057778"/>
            <a:chOff x="3896053" y="100235"/>
            <a:chExt cx="4399894" cy="20577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26FD03-947B-6D06-88FC-0D5CDFF2B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053" y="100235"/>
              <a:ext cx="4399894" cy="170450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2B1132A-C03D-87B5-A233-948DB50CF2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6133" b="96387" l="25586" r="76465">
                          <a14:foregroundMark x1="40332" y1="90137" x2="40332" y2="90137"/>
                          <a14:foregroundMark x1="37109" y1="90234" x2="37109" y2="90234"/>
                          <a14:foregroundMark x1="32227" y1="90430" x2="32227" y2="90430"/>
                          <a14:foregroundMark x1="29102" y1="90430" x2="29102" y2="90430"/>
                          <a14:foregroundMark x1="38477" y1="92285" x2="38477" y2="92285"/>
                          <a14:foregroundMark x1="58301" y1="92090" x2="58301" y2="92090"/>
                          <a14:foregroundMark x1="61230" y1="90234" x2="61230" y2="90234"/>
                          <a14:foregroundMark x1="41602" y1="92383" x2="41602" y2="92383"/>
                          <a14:foregroundMark x1="72852" y1="90332" x2="72852" y2="90332"/>
                          <a14:foregroundMark x1="74121" y1="90234" x2="74121" y2="90234"/>
                          <a14:foregroundMark x1="67676" y1="92285" x2="67676" y2="92285"/>
                          <a14:foregroundMark x1="66016" y1="92285" x2="66016" y2="92285"/>
                          <a14:foregroundMark x1="44336" y1="90137" x2="44336" y2="90137"/>
                          <a14:foregroundMark x1="50586" y1="87305" x2="47168" y2="91406"/>
                          <a14:foregroundMark x1="52832" y1="88965" x2="55664" y2="92090"/>
                          <a14:foregroundMark x1="53320" y1="88184" x2="54883" y2="89258"/>
                          <a14:backgroundMark x1="29102" y1="87793" x2="29102" y2="87793"/>
                          <a14:backgroundMark x1="31641" y1="87988" x2="31641" y2="87988"/>
                          <a14:backgroundMark x1="37207" y1="88379" x2="37207" y2="88379"/>
                          <a14:backgroundMark x1="40332" y1="88184" x2="40332" y2="88184"/>
                          <a14:backgroundMark x1="64063" y1="91016" x2="64063" y2="91016"/>
                          <a14:backgroundMark x1="65234" y1="89258" x2="65234" y2="89258"/>
                          <a14:backgroundMark x1="42871" y1="91113" x2="42871" y2="9111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34" t="85003" r="8705" b="2215"/>
            <a:stretch/>
          </p:blipFill>
          <p:spPr>
            <a:xfrm>
              <a:off x="4338320" y="1578464"/>
              <a:ext cx="3566160" cy="579549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4B2DE42-448A-6087-761D-D9CAA07392F3}"/>
              </a:ext>
            </a:extLst>
          </p:cNvPr>
          <p:cNvSpPr txBox="1"/>
          <p:nvPr/>
        </p:nvSpPr>
        <p:spPr>
          <a:xfrm>
            <a:off x="1402979" y="2677178"/>
            <a:ext cx="328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시작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5995E-39BE-6E90-40C9-AA2C0B215944}"/>
              </a:ext>
            </a:extLst>
          </p:cNvPr>
          <p:cNvSpPr txBox="1"/>
          <p:nvPr/>
        </p:nvSpPr>
        <p:spPr>
          <a:xfrm>
            <a:off x="1402979" y="3632717"/>
            <a:ext cx="328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469A2-6C0A-8336-284B-1EA6D81CF8EC}"/>
              </a:ext>
            </a:extLst>
          </p:cNvPr>
          <p:cNvSpPr txBox="1"/>
          <p:nvPr/>
        </p:nvSpPr>
        <p:spPr>
          <a:xfrm>
            <a:off x="1402979" y="4608044"/>
            <a:ext cx="328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종료</a:t>
            </a:r>
          </a:p>
        </p:txBody>
      </p:sp>
    </p:spTree>
    <p:extLst>
      <p:ext uri="{BB962C8B-B14F-4D97-AF65-F5344CB8AC3E}">
        <p14:creationId xmlns:p14="http://schemas.microsoft.com/office/powerpoint/2010/main" val="1776671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FDCB8D-83D2-6D1B-1624-57473F21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-14064"/>
            <a:ext cx="12001500" cy="685800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2E813D-182A-D6CB-0DA7-F9843A586C53}"/>
              </a:ext>
            </a:extLst>
          </p:cNvPr>
          <p:cNvGrpSpPr/>
          <p:nvPr/>
        </p:nvGrpSpPr>
        <p:grpSpPr>
          <a:xfrm>
            <a:off x="3896053" y="14064"/>
            <a:ext cx="4399894" cy="2057778"/>
            <a:chOff x="3896053" y="100235"/>
            <a:chExt cx="4399894" cy="20577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26FD03-947B-6D06-88FC-0D5CDFF2B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053" y="100235"/>
              <a:ext cx="4399894" cy="170450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2B1132A-C03D-87B5-A233-948DB50CF2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6133" b="96387" l="25586" r="76465">
                          <a14:foregroundMark x1="40332" y1="90137" x2="40332" y2="90137"/>
                          <a14:foregroundMark x1="37109" y1="90234" x2="37109" y2="90234"/>
                          <a14:foregroundMark x1="32227" y1="90430" x2="32227" y2="90430"/>
                          <a14:foregroundMark x1="29102" y1="90430" x2="29102" y2="90430"/>
                          <a14:foregroundMark x1="38477" y1="92285" x2="38477" y2="92285"/>
                          <a14:foregroundMark x1="58301" y1="92090" x2="58301" y2="92090"/>
                          <a14:foregroundMark x1="61230" y1="90234" x2="61230" y2="90234"/>
                          <a14:foregroundMark x1="41602" y1="92383" x2="41602" y2="92383"/>
                          <a14:foregroundMark x1="72852" y1="90332" x2="72852" y2="90332"/>
                          <a14:foregroundMark x1="74121" y1="90234" x2="74121" y2="90234"/>
                          <a14:foregroundMark x1="67676" y1="92285" x2="67676" y2="92285"/>
                          <a14:foregroundMark x1="66016" y1="92285" x2="66016" y2="92285"/>
                          <a14:foregroundMark x1="44336" y1="90137" x2="44336" y2="90137"/>
                          <a14:foregroundMark x1="50586" y1="87305" x2="47168" y2="91406"/>
                          <a14:foregroundMark x1="52832" y1="88965" x2="55664" y2="92090"/>
                          <a14:foregroundMark x1="53320" y1="88184" x2="54883" y2="89258"/>
                          <a14:backgroundMark x1="29102" y1="87793" x2="29102" y2="87793"/>
                          <a14:backgroundMark x1="31641" y1="87988" x2="31641" y2="87988"/>
                          <a14:backgroundMark x1="37207" y1="88379" x2="37207" y2="88379"/>
                          <a14:backgroundMark x1="40332" y1="88184" x2="40332" y2="88184"/>
                          <a14:backgroundMark x1="64063" y1="91016" x2="64063" y2="91016"/>
                          <a14:backgroundMark x1="65234" y1="89258" x2="65234" y2="89258"/>
                          <a14:backgroundMark x1="42871" y1="91113" x2="42871" y2="9111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34" t="85003" r="8705" b="2215"/>
            <a:stretch/>
          </p:blipFill>
          <p:spPr>
            <a:xfrm>
              <a:off x="4338320" y="1578464"/>
              <a:ext cx="3566160" cy="579549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4B2DE42-448A-6087-761D-D9CAA07392F3}"/>
              </a:ext>
            </a:extLst>
          </p:cNvPr>
          <p:cNvSpPr txBox="1"/>
          <p:nvPr/>
        </p:nvSpPr>
        <p:spPr>
          <a:xfrm>
            <a:off x="1049020" y="2503453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시작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5995E-39BE-6E90-40C9-AA2C0B215944}"/>
              </a:ext>
            </a:extLst>
          </p:cNvPr>
          <p:cNvSpPr txBox="1"/>
          <p:nvPr/>
        </p:nvSpPr>
        <p:spPr>
          <a:xfrm>
            <a:off x="1073875" y="3943698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469A2-6C0A-8336-284B-1EA6D81CF8EC}"/>
              </a:ext>
            </a:extLst>
          </p:cNvPr>
          <p:cNvSpPr txBox="1"/>
          <p:nvPr/>
        </p:nvSpPr>
        <p:spPr>
          <a:xfrm>
            <a:off x="9522640" y="3968806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종료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0FF3F-DA74-15A1-DC12-BCCBF69A5730}"/>
              </a:ext>
            </a:extLst>
          </p:cNvPr>
          <p:cNvSpPr txBox="1"/>
          <p:nvPr/>
        </p:nvSpPr>
        <p:spPr>
          <a:xfrm>
            <a:off x="9522640" y="2431922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크레딧</a:t>
            </a:r>
          </a:p>
        </p:txBody>
      </p:sp>
      <p:sp>
        <p:nvSpPr>
          <p:cNvPr id="15" name="두루마리 모양: 가로로 말림 14">
            <a:extLst>
              <a:ext uri="{FF2B5EF4-FFF2-40B4-BE49-F238E27FC236}">
                <a16:creationId xmlns:a16="http://schemas.microsoft.com/office/drawing/2014/main" id="{A4B3822D-FC10-0287-7C09-40EE2B3C1064}"/>
              </a:ext>
            </a:extLst>
          </p:cNvPr>
          <p:cNvSpPr/>
          <p:nvPr/>
        </p:nvSpPr>
        <p:spPr>
          <a:xfrm>
            <a:off x="1483167" y="527719"/>
            <a:ext cx="9848861" cy="5840424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0B1236-1903-8E42-DBAE-CF3A3EC04D18}"/>
              </a:ext>
            </a:extLst>
          </p:cNvPr>
          <p:cNvSpPr/>
          <p:nvPr/>
        </p:nvSpPr>
        <p:spPr>
          <a:xfrm>
            <a:off x="2977563" y="2016623"/>
            <a:ext cx="1756037" cy="29366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번 슬롯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플레이 타임</a:t>
            </a:r>
            <a:r>
              <a:rPr lang="en-US" altLang="ko-KR" dirty="0"/>
              <a:t>:</a:t>
            </a:r>
          </a:p>
          <a:p>
            <a:pPr algn="ctr"/>
            <a:r>
              <a:rPr lang="en-US" altLang="ko-KR" dirty="0"/>
              <a:t>09:10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진행중인 던전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B6BD7B-C0EA-DA85-6E21-B27305EDBF77}"/>
              </a:ext>
            </a:extLst>
          </p:cNvPr>
          <p:cNvSpPr/>
          <p:nvPr/>
        </p:nvSpPr>
        <p:spPr>
          <a:xfrm>
            <a:off x="5857335" y="2016622"/>
            <a:ext cx="1756037" cy="29366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빈 슬롯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17E81B-69EC-2AD1-D840-E71EFED2E43D}"/>
              </a:ext>
            </a:extLst>
          </p:cNvPr>
          <p:cNvSpPr/>
          <p:nvPr/>
        </p:nvSpPr>
        <p:spPr>
          <a:xfrm>
            <a:off x="8737107" y="1979581"/>
            <a:ext cx="1756037" cy="29366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빈 슬롯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0CA901B-B2A7-CD0F-838C-FDE4DA3E1C11}"/>
              </a:ext>
            </a:extLst>
          </p:cNvPr>
          <p:cNvSpPr/>
          <p:nvPr/>
        </p:nvSpPr>
        <p:spPr>
          <a:xfrm>
            <a:off x="3134428" y="5063962"/>
            <a:ext cx="1442305" cy="466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길게 눌러</a:t>
            </a:r>
            <a:br>
              <a:rPr lang="en-US" altLang="ko-KR" sz="1400" dirty="0"/>
            </a:br>
            <a:r>
              <a:rPr lang="ko-KR" altLang="en-US" sz="1400" dirty="0"/>
              <a:t>초기화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2D26A54-C3B0-802B-6351-3CF9FECB449E}"/>
              </a:ext>
            </a:extLst>
          </p:cNvPr>
          <p:cNvSpPr/>
          <p:nvPr/>
        </p:nvSpPr>
        <p:spPr>
          <a:xfrm>
            <a:off x="4337282" y="1477342"/>
            <a:ext cx="4688504" cy="3766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04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FDCB8D-83D2-6D1B-1624-57473F21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-14064"/>
            <a:ext cx="12001500" cy="685800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2E813D-182A-D6CB-0DA7-F9843A586C53}"/>
              </a:ext>
            </a:extLst>
          </p:cNvPr>
          <p:cNvGrpSpPr/>
          <p:nvPr/>
        </p:nvGrpSpPr>
        <p:grpSpPr>
          <a:xfrm>
            <a:off x="3896053" y="14064"/>
            <a:ext cx="4399894" cy="2057778"/>
            <a:chOff x="3896053" y="100235"/>
            <a:chExt cx="4399894" cy="20577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26FD03-947B-6D06-88FC-0D5CDFF2B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053" y="100235"/>
              <a:ext cx="4399894" cy="170450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2B1132A-C03D-87B5-A233-948DB50CF2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6133" b="96387" l="25586" r="76465">
                          <a14:foregroundMark x1="40332" y1="90137" x2="40332" y2="90137"/>
                          <a14:foregroundMark x1="37109" y1="90234" x2="37109" y2="90234"/>
                          <a14:foregroundMark x1="32227" y1="90430" x2="32227" y2="90430"/>
                          <a14:foregroundMark x1="29102" y1="90430" x2="29102" y2="90430"/>
                          <a14:foregroundMark x1="38477" y1="92285" x2="38477" y2="92285"/>
                          <a14:foregroundMark x1="58301" y1="92090" x2="58301" y2="92090"/>
                          <a14:foregroundMark x1="61230" y1="90234" x2="61230" y2="90234"/>
                          <a14:foregroundMark x1="41602" y1="92383" x2="41602" y2="92383"/>
                          <a14:foregroundMark x1="72852" y1="90332" x2="72852" y2="90332"/>
                          <a14:foregroundMark x1="74121" y1="90234" x2="74121" y2="90234"/>
                          <a14:foregroundMark x1="67676" y1="92285" x2="67676" y2="92285"/>
                          <a14:foregroundMark x1="66016" y1="92285" x2="66016" y2="92285"/>
                          <a14:foregroundMark x1="44336" y1="90137" x2="44336" y2="90137"/>
                          <a14:foregroundMark x1="50586" y1="87305" x2="47168" y2="91406"/>
                          <a14:foregroundMark x1="52832" y1="88965" x2="55664" y2="92090"/>
                          <a14:foregroundMark x1="53320" y1="88184" x2="54883" y2="89258"/>
                          <a14:backgroundMark x1="29102" y1="87793" x2="29102" y2="87793"/>
                          <a14:backgroundMark x1="31641" y1="87988" x2="31641" y2="87988"/>
                          <a14:backgroundMark x1="37207" y1="88379" x2="37207" y2="88379"/>
                          <a14:backgroundMark x1="40332" y1="88184" x2="40332" y2="88184"/>
                          <a14:backgroundMark x1="64063" y1="91016" x2="64063" y2="91016"/>
                          <a14:backgroundMark x1="65234" y1="89258" x2="65234" y2="89258"/>
                          <a14:backgroundMark x1="42871" y1="91113" x2="42871" y2="9111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34" t="85003" r="8705" b="2215"/>
            <a:stretch/>
          </p:blipFill>
          <p:spPr>
            <a:xfrm>
              <a:off x="4338320" y="1578464"/>
              <a:ext cx="3566160" cy="579549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4B2DE42-448A-6087-761D-D9CAA07392F3}"/>
              </a:ext>
            </a:extLst>
          </p:cNvPr>
          <p:cNvSpPr txBox="1"/>
          <p:nvPr/>
        </p:nvSpPr>
        <p:spPr>
          <a:xfrm>
            <a:off x="1049020" y="2503453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시작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5995E-39BE-6E90-40C9-AA2C0B215944}"/>
              </a:ext>
            </a:extLst>
          </p:cNvPr>
          <p:cNvSpPr txBox="1"/>
          <p:nvPr/>
        </p:nvSpPr>
        <p:spPr>
          <a:xfrm>
            <a:off x="1073875" y="3943698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469A2-6C0A-8336-284B-1EA6D81CF8EC}"/>
              </a:ext>
            </a:extLst>
          </p:cNvPr>
          <p:cNvSpPr txBox="1"/>
          <p:nvPr/>
        </p:nvSpPr>
        <p:spPr>
          <a:xfrm>
            <a:off x="9522640" y="3968806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종료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0FF3F-DA74-15A1-DC12-BCCBF69A5730}"/>
              </a:ext>
            </a:extLst>
          </p:cNvPr>
          <p:cNvSpPr txBox="1"/>
          <p:nvPr/>
        </p:nvSpPr>
        <p:spPr>
          <a:xfrm>
            <a:off x="9522640" y="2431922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크레딧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BE66E44-2350-B5DD-A467-6903D8F3E54B}"/>
              </a:ext>
            </a:extLst>
          </p:cNvPr>
          <p:cNvGrpSpPr/>
          <p:nvPr/>
        </p:nvGrpSpPr>
        <p:grpSpPr>
          <a:xfrm>
            <a:off x="3581434" y="-14064"/>
            <a:ext cx="5344883" cy="6689145"/>
            <a:chOff x="6190819" y="57133"/>
            <a:chExt cx="5344883" cy="6689145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A8EAC77-5D02-CACD-C86C-746B69E8CBCD}"/>
                </a:ext>
              </a:extLst>
            </p:cNvPr>
            <p:cNvSpPr/>
            <p:nvPr/>
          </p:nvSpPr>
          <p:spPr>
            <a:xfrm>
              <a:off x="6190819" y="57133"/>
              <a:ext cx="5344883" cy="66891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29045F9E-5043-0C6B-09C9-F73C56EA4D2B}"/>
                </a:ext>
              </a:extLst>
            </p:cNvPr>
            <p:cNvSpPr/>
            <p:nvPr/>
          </p:nvSpPr>
          <p:spPr>
            <a:xfrm>
              <a:off x="6830957" y="410079"/>
              <a:ext cx="1177040" cy="417473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업적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45EFDDD6-2194-936B-9570-8483CACE697A}"/>
                </a:ext>
              </a:extLst>
            </p:cNvPr>
            <p:cNvSpPr/>
            <p:nvPr/>
          </p:nvSpPr>
          <p:spPr>
            <a:xfrm>
              <a:off x="9850296" y="379232"/>
              <a:ext cx="1177040" cy="417473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>
                      <a:lumMod val="50000"/>
                    </a:schemeClr>
                  </a:solidFill>
                </a:rPr>
                <a:t>능력해금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06CC7A1-80A2-EE29-0BCB-D99AEAA43D77}"/>
                </a:ext>
              </a:extLst>
            </p:cNvPr>
            <p:cNvSpPr/>
            <p:nvPr/>
          </p:nvSpPr>
          <p:spPr>
            <a:xfrm>
              <a:off x="6863426" y="858399"/>
              <a:ext cx="4146229" cy="515186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55FA5BC-AC85-6783-9FDA-A482E74E074D}"/>
                </a:ext>
              </a:extLst>
            </p:cNvPr>
            <p:cNvGrpSpPr/>
            <p:nvPr/>
          </p:nvGrpSpPr>
          <p:grpSpPr>
            <a:xfrm>
              <a:off x="7165952" y="1036976"/>
              <a:ext cx="3612995" cy="858644"/>
              <a:chOff x="4488102" y="1015372"/>
              <a:chExt cx="3612995" cy="858644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A5C06AF4-43D7-B9D4-4B4D-1DF0FC5B693B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보물상자 누적 </a:t>
                </a:r>
                <a:r>
                  <a:rPr lang="en-US" altLang="ko-KR" sz="1400" dirty="0"/>
                  <a:t>25</a:t>
                </a:r>
                <a:r>
                  <a:rPr lang="ko-KR" altLang="en-US" sz="1400" dirty="0"/>
                  <a:t>회 획득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SP 1</a:t>
                </a:r>
                <a:endParaRPr lang="ko-KR" altLang="en-US" dirty="0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91CB88E-71EE-964F-E3CC-2928ED1873DA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보상받기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F05518C-0482-C14F-C06D-F27911099B20}"/>
                </a:ext>
              </a:extLst>
            </p:cNvPr>
            <p:cNvGrpSpPr/>
            <p:nvPr/>
          </p:nvGrpSpPr>
          <p:grpSpPr>
            <a:xfrm>
              <a:off x="7165951" y="2051180"/>
              <a:ext cx="3612995" cy="858644"/>
              <a:chOff x="4488102" y="1015372"/>
              <a:chExt cx="3612995" cy="858644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3FD1411A-01BA-DAB5-898F-35F20E9C37BA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보물상자 누적 </a:t>
                </a:r>
                <a:r>
                  <a:rPr lang="en-US" altLang="ko-KR" sz="1400" dirty="0"/>
                  <a:t>50</a:t>
                </a:r>
                <a:r>
                  <a:rPr lang="ko-KR" altLang="en-US" sz="1400" dirty="0"/>
                  <a:t>회 획득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SP 10</a:t>
                </a:r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56736E-D8A8-26CB-2261-2221C8714663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bg1">
                        <a:lumMod val="65000"/>
                      </a:schemeClr>
                    </a:solidFill>
                  </a:rPr>
                  <a:t>보상받기</a:t>
                </a: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AA751BC-4BF0-FC31-4A37-7ECA514D08C9}"/>
                </a:ext>
              </a:extLst>
            </p:cNvPr>
            <p:cNvGrpSpPr/>
            <p:nvPr/>
          </p:nvGrpSpPr>
          <p:grpSpPr>
            <a:xfrm>
              <a:off x="7173904" y="3065384"/>
              <a:ext cx="3612995" cy="858644"/>
              <a:chOff x="4488102" y="1015372"/>
              <a:chExt cx="3612995" cy="858644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26BA6CEF-0705-8D23-E3FE-2058C521CC3A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저주 </a:t>
                </a:r>
                <a:r>
                  <a:rPr lang="en-US" altLang="ko-KR" sz="1400" dirty="0"/>
                  <a:t>3</a:t>
                </a:r>
                <a:r>
                  <a:rPr lang="ko-KR" altLang="en-US" sz="1400" dirty="0" err="1"/>
                  <a:t>개이상</a:t>
                </a:r>
                <a:r>
                  <a:rPr lang="ko-KR" altLang="en-US" sz="1400" dirty="0"/>
                  <a:t> 받고 클리어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SP 1</a:t>
                </a:r>
                <a:endParaRPr lang="ko-KR" altLang="en-US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4ACF9AF-47FA-5C12-D506-E0E544B4431F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bg1">
                        <a:lumMod val="65000"/>
                      </a:schemeClr>
                    </a:solidFill>
                  </a:rPr>
                  <a:t>보상받기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2EFBA86B-56DA-4661-4727-224E8190118C}"/>
                </a:ext>
              </a:extLst>
            </p:cNvPr>
            <p:cNvGrpSpPr/>
            <p:nvPr/>
          </p:nvGrpSpPr>
          <p:grpSpPr>
            <a:xfrm>
              <a:off x="7173904" y="4079588"/>
              <a:ext cx="3612995" cy="858644"/>
              <a:chOff x="4488102" y="1015372"/>
              <a:chExt cx="3612995" cy="858644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3B380930-C8EC-2B05-3830-B106D3339F7F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한 게임에 상자 </a:t>
                </a:r>
                <a:r>
                  <a:rPr lang="en-US" altLang="ko-KR" sz="1400" dirty="0"/>
                  <a:t>20</a:t>
                </a:r>
                <a:r>
                  <a:rPr lang="ko-KR" altLang="en-US" sz="1400" dirty="0"/>
                  <a:t>개 획득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SP 10</a:t>
                </a:r>
                <a:endParaRPr lang="ko-KR" altLang="en-US" dirty="0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F44AC04B-E156-5D13-AB53-58B0559336F2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bg1">
                        <a:lumMod val="65000"/>
                      </a:schemeClr>
                    </a:solidFill>
                  </a:rPr>
                  <a:t>보상받기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2127C49-FC97-0CBE-9EE9-230B86058360}"/>
                </a:ext>
              </a:extLst>
            </p:cNvPr>
            <p:cNvGrpSpPr/>
            <p:nvPr/>
          </p:nvGrpSpPr>
          <p:grpSpPr>
            <a:xfrm>
              <a:off x="7165951" y="5093794"/>
              <a:ext cx="3612995" cy="858644"/>
              <a:chOff x="4488102" y="1015372"/>
              <a:chExt cx="3612995" cy="858644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046A811D-873B-367B-2A09-E1D0C64DAD39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모든 업적 클리어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 ???</a:t>
                </a:r>
                <a:endParaRPr lang="ko-KR" altLang="en-US" dirty="0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90F12FC9-4864-B07B-CEBD-080A79DE41FA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bg1">
                        <a:lumMod val="65000"/>
                      </a:schemeClr>
                    </a:solidFill>
                  </a:rPr>
                  <a:t>보상받기</a:t>
                </a:r>
              </a:p>
            </p:txBody>
          </p:sp>
        </p:grp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2930A275-2BE8-6E77-664D-1419537C886C}"/>
                </a:ext>
              </a:extLst>
            </p:cNvPr>
            <p:cNvSpPr/>
            <p:nvPr/>
          </p:nvSpPr>
          <p:spPr>
            <a:xfrm>
              <a:off x="8972448" y="6119081"/>
              <a:ext cx="1895648" cy="4837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던전으로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05E15CC-249C-EB93-5BFD-5CFBEF2E7AC4}"/>
              </a:ext>
            </a:extLst>
          </p:cNvPr>
          <p:cNvSpPr/>
          <p:nvPr/>
        </p:nvSpPr>
        <p:spPr>
          <a:xfrm>
            <a:off x="4254041" y="6047884"/>
            <a:ext cx="1441416" cy="4837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보유 </a:t>
            </a:r>
            <a:r>
              <a:rPr lang="en-US" altLang="ko-KR" dirty="0"/>
              <a:t>SP: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401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FDCB8D-83D2-6D1B-1624-57473F21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-14064"/>
            <a:ext cx="12001500" cy="685800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2E813D-182A-D6CB-0DA7-F9843A586C53}"/>
              </a:ext>
            </a:extLst>
          </p:cNvPr>
          <p:cNvGrpSpPr/>
          <p:nvPr/>
        </p:nvGrpSpPr>
        <p:grpSpPr>
          <a:xfrm>
            <a:off x="3896053" y="14064"/>
            <a:ext cx="4399894" cy="2057778"/>
            <a:chOff x="3896053" y="100235"/>
            <a:chExt cx="4399894" cy="20577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26FD03-947B-6D06-88FC-0D5CDFF2B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053" y="100235"/>
              <a:ext cx="4399894" cy="170450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2B1132A-C03D-87B5-A233-948DB50CF2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6133" b="96387" l="25586" r="76465">
                          <a14:foregroundMark x1="40332" y1="90137" x2="40332" y2="90137"/>
                          <a14:foregroundMark x1="37109" y1="90234" x2="37109" y2="90234"/>
                          <a14:foregroundMark x1="32227" y1="90430" x2="32227" y2="90430"/>
                          <a14:foregroundMark x1="29102" y1="90430" x2="29102" y2="90430"/>
                          <a14:foregroundMark x1="38477" y1="92285" x2="38477" y2="92285"/>
                          <a14:foregroundMark x1="58301" y1="92090" x2="58301" y2="92090"/>
                          <a14:foregroundMark x1="61230" y1="90234" x2="61230" y2="90234"/>
                          <a14:foregroundMark x1="41602" y1="92383" x2="41602" y2="92383"/>
                          <a14:foregroundMark x1="72852" y1="90332" x2="72852" y2="90332"/>
                          <a14:foregroundMark x1="74121" y1="90234" x2="74121" y2="90234"/>
                          <a14:foregroundMark x1="67676" y1="92285" x2="67676" y2="92285"/>
                          <a14:foregroundMark x1="66016" y1="92285" x2="66016" y2="92285"/>
                          <a14:foregroundMark x1="44336" y1="90137" x2="44336" y2="90137"/>
                          <a14:foregroundMark x1="50586" y1="87305" x2="47168" y2="91406"/>
                          <a14:foregroundMark x1="52832" y1="88965" x2="55664" y2="92090"/>
                          <a14:foregroundMark x1="53320" y1="88184" x2="54883" y2="89258"/>
                          <a14:backgroundMark x1="29102" y1="87793" x2="29102" y2="87793"/>
                          <a14:backgroundMark x1="31641" y1="87988" x2="31641" y2="87988"/>
                          <a14:backgroundMark x1="37207" y1="88379" x2="37207" y2="88379"/>
                          <a14:backgroundMark x1="40332" y1="88184" x2="40332" y2="88184"/>
                          <a14:backgroundMark x1="64063" y1="91016" x2="64063" y2="91016"/>
                          <a14:backgroundMark x1="65234" y1="89258" x2="65234" y2="89258"/>
                          <a14:backgroundMark x1="42871" y1="91113" x2="42871" y2="9111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34" t="85003" r="8705" b="2215"/>
            <a:stretch/>
          </p:blipFill>
          <p:spPr>
            <a:xfrm>
              <a:off x="4338320" y="1578464"/>
              <a:ext cx="3566160" cy="579549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4B2DE42-448A-6087-761D-D9CAA07392F3}"/>
              </a:ext>
            </a:extLst>
          </p:cNvPr>
          <p:cNvSpPr txBox="1"/>
          <p:nvPr/>
        </p:nvSpPr>
        <p:spPr>
          <a:xfrm>
            <a:off x="1049020" y="2503453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시작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5995E-39BE-6E90-40C9-AA2C0B215944}"/>
              </a:ext>
            </a:extLst>
          </p:cNvPr>
          <p:cNvSpPr txBox="1"/>
          <p:nvPr/>
        </p:nvSpPr>
        <p:spPr>
          <a:xfrm>
            <a:off x="1073875" y="3943698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469A2-6C0A-8336-284B-1EA6D81CF8EC}"/>
              </a:ext>
            </a:extLst>
          </p:cNvPr>
          <p:cNvSpPr txBox="1"/>
          <p:nvPr/>
        </p:nvSpPr>
        <p:spPr>
          <a:xfrm>
            <a:off x="9522640" y="3968806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종료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0FF3F-DA74-15A1-DC12-BCCBF69A5730}"/>
              </a:ext>
            </a:extLst>
          </p:cNvPr>
          <p:cNvSpPr txBox="1"/>
          <p:nvPr/>
        </p:nvSpPr>
        <p:spPr>
          <a:xfrm>
            <a:off x="9522640" y="2431922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크레딧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E23BEA9-828D-0105-2CB1-76CBC812622B}"/>
              </a:ext>
            </a:extLst>
          </p:cNvPr>
          <p:cNvGrpSpPr/>
          <p:nvPr/>
        </p:nvGrpSpPr>
        <p:grpSpPr>
          <a:xfrm>
            <a:off x="3637196" y="23680"/>
            <a:ext cx="5344883" cy="6689145"/>
            <a:chOff x="3637196" y="23680"/>
            <a:chExt cx="5344883" cy="6689145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A8EAC77-5D02-CACD-C86C-746B69E8CBCD}"/>
                </a:ext>
              </a:extLst>
            </p:cNvPr>
            <p:cNvSpPr/>
            <p:nvPr/>
          </p:nvSpPr>
          <p:spPr>
            <a:xfrm>
              <a:off x="3637196" y="23680"/>
              <a:ext cx="5344883" cy="66891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9045F9E-5043-0C6B-09C9-F73C56EA4D2B}"/>
                </a:ext>
              </a:extLst>
            </p:cNvPr>
            <p:cNvSpPr/>
            <p:nvPr/>
          </p:nvSpPr>
          <p:spPr>
            <a:xfrm>
              <a:off x="4255268" y="298654"/>
              <a:ext cx="1895648" cy="417473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>
                      <a:lumMod val="50000"/>
                    </a:schemeClr>
                  </a:solidFill>
                </a:rPr>
                <a:t>업적</a:t>
              </a: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45EFDDD6-2194-936B-9570-8483CACE697A}"/>
                </a:ext>
              </a:extLst>
            </p:cNvPr>
            <p:cNvSpPr/>
            <p:nvPr/>
          </p:nvSpPr>
          <p:spPr>
            <a:xfrm>
              <a:off x="6526625" y="278234"/>
              <a:ext cx="1895648" cy="417473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능력해금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06CC7A1-80A2-EE29-0BCB-D99AEAA43D77}"/>
                </a:ext>
              </a:extLst>
            </p:cNvPr>
            <p:cNvSpPr/>
            <p:nvPr/>
          </p:nvSpPr>
          <p:spPr>
            <a:xfrm>
              <a:off x="4309803" y="824946"/>
              <a:ext cx="4146229" cy="515186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09A8CE42-75F4-E722-0ED4-9D9BF53C7FF5}"/>
                </a:ext>
              </a:extLst>
            </p:cNvPr>
            <p:cNvGrpSpPr/>
            <p:nvPr/>
          </p:nvGrpSpPr>
          <p:grpSpPr>
            <a:xfrm>
              <a:off x="4483699" y="972925"/>
              <a:ext cx="3855726" cy="800119"/>
              <a:chOff x="4483699" y="972925"/>
              <a:chExt cx="3855726" cy="800119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50F67670-C1A4-08A9-53DD-E390D3595124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02E7781C-C01F-D8F4-2AF5-4A46CC2D045B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이동속도가 증가합니다</a:t>
                </a:r>
              </a:p>
            </p:txBody>
          </p:sp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8BCB8F25-0DDB-98C6-A4DB-045032CE399C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SP</a:t>
                </a:r>
                <a:br>
                  <a:rPr lang="en-US" altLang="ko-KR" dirty="0"/>
                </a:br>
                <a:r>
                  <a:rPr lang="en-US" altLang="ko-KR" dirty="0"/>
                  <a:t>1</a:t>
                </a:r>
                <a:endParaRPr lang="ko-KR" altLang="en-US" dirty="0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B8AAD1C-1549-C5EC-09E1-FDA1E978B45B}"/>
                </a:ext>
              </a:extLst>
            </p:cNvPr>
            <p:cNvGrpSpPr/>
            <p:nvPr/>
          </p:nvGrpSpPr>
          <p:grpSpPr>
            <a:xfrm>
              <a:off x="4455054" y="1874188"/>
              <a:ext cx="3855726" cy="800119"/>
              <a:chOff x="4483699" y="972925"/>
              <a:chExt cx="3855726" cy="800119"/>
            </a:xfrm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67B25F4F-B94A-9A06-5C43-389A183A6114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2BE1300B-1D4C-8D59-72AD-0E777113152F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점프력이 증가합니다</a:t>
                </a:r>
              </a:p>
            </p:txBody>
          </p:sp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D4610418-3328-D6B0-E9D9-485F5EEF2EC7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SP</a:t>
                </a:r>
                <a:b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</a:br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2</a:t>
                </a:r>
                <a:endParaRPr lang="ko-KR" alt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6EDC1F9-BDCF-AB51-6307-B7EBBE0FDB50}"/>
                </a:ext>
              </a:extLst>
            </p:cNvPr>
            <p:cNvGrpSpPr/>
            <p:nvPr/>
          </p:nvGrpSpPr>
          <p:grpSpPr>
            <a:xfrm>
              <a:off x="4455054" y="2865449"/>
              <a:ext cx="3855726" cy="800119"/>
              <a:chOff x="4483699" y="972925"/>
              <a:chExt cx="3855726" cy="800119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83E40F78-6C99-5337-32B3-91F31B4902F6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6592BBFB-E8CC-12E9-8996-E8618221F1FD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 err="1"/>
                  <a:t>대쉬</a:t>
                </a:r>
                <a:r>
                  <a:rPr lang="ko-KR" altLang="en-US" sz="1400" dirty="0"/>
                  <a:t> 사용 가능</a:t>
                </a:r>
              </a:p>
            </p:txBody>
          </p:sp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2657D6F6-B763-2632-3197-1E0B68144E8C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SP</a:t>
                </a:r>
                <a:b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</a:br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10</a:t>
                </a:r>
                <a:endParaRPr lang="ko-KR" alt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BDE3069-09D7-7361-7AE6-11B60A853072}"/>
                </a:ext>
              </a:extLst>
            </p:cNvPr>
            <p:cNvGrpSpPr/>
            <p:nvPr/>
          </p:nvGrpSpPr>
          <p:grpSpPr>
            <a:xfrm>
              <a:off x="4483699" y="3810693"/>
              <a:ext cx="3855726" cy="800119"/>
              <a:chOff x="4483699" y="972925"/>
              <a:chExt cx="3855726" cy="800119"/>
            </a:xfrm>
          </p:grpSpPr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83286492-E652-0544-FB01-908E917ADA71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3C13113-14C4-E49F-03ED-BB0E9DF971CF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더블 점프 사용 가능</a:t>
                </a:r>
              </a:p>
            </p:txBody>
          </p:sp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F588CDC5-EC97-E243-9F7F-B8649AC1353C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SP</a:t>
                </a:r>
                <a:b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</a:br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10</a:t>
                </a:r>
                <a:endParaRPr lang="ko-KR" alt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068DE4B-9FF4-F993-6416-DD31F192A96F}"/>
                </a:ext>
              </a:extLst>
            </p:cNvPr>
            <p:cNvGrpSpPr/>
            <p:nvPr/>
          </p:nvGrpSpPr>
          <p:grpSpPr>
            <a:xfrm>
              <a:off x="4484874" y="4738224"/>
              <a:ext cx="3855726" cy="800119"/>
              <a:chOff x="4483699" y="972925"/>
              <a:chExt cx="3855726" cy="800119"/>
            </a:xfrm>
          </p:grpSpPr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70800EEF-B5F0-7A42-E380-6C2D8E1E763B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1E2FC0D7-221F-FB6A-7391-348C82DD5A2F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화력 강화 </a:t>
                </a:r>
                <a:r>
                  <a:rPr lang="en-US" altLang="ko-KR" sz="1400" dirty="0"/>
                  <a:t>1</a:t>
                </a:r>
                <a:r>
                  <a:rPr lang="ko-KR" altLang="en-US" sz="1400" dirty="0"/>
                  <a:t>단계</a:t>
                </a:r>
                <a:br>
                  <a:rPr lang="en-US" altLang="ko-KR" sz="1400" dirty="0"/>
                </a:br>
                <a:r>
                  <a:rPr lang="en-US" altLang="ko-KR" sz="1400" dirty="0"/>
                  <a:t>(</a:t>
                </a:r>
                <a:r>
                  <a:rPr lang="ko-KR" altLang="en-US" sz="1400" dirty="0" err="1"/>
                  <a:t>유지력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최대치 상승</a:t>
                </a:r>
                <a:r>
                  <a:rPr lang="en-US" altLang="ko-KR" sz="1400" dirty="0"/>
                  <a:t>)</a:t>
                </a:r>
                <a:endParaRPr lang="ko-KR" altLang="en-US" sz="1400" dirty="0"/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9AED21F6-2EA6-6F2A-2616-7AA0003BAEBF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/>
                    </a:solidFill>
                  </a:rPr>
                  <a:t>SP</a:t>
                </a:r>
                <a:br>
                  <a:rPr lang="en-US" altLang="ko-KR" dirty="0">
                    <a:solidFill>
                      <a:schemeClr val="bg1"/>
                    </a:solidFill>
                  </a:rPr>
                </a:br>
                <a:r>
                  <a:rPr lang="en-US" altLang="ko-KR" dirty="0">
                    <a:solidFill>
                      <a:schemeClr val="bg1"/>
                    </a:solidFill>
                  </a:rPr>
                  <a:t>1</a:t>
                </a:r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1D1F9D8A-70A3-4F1D-8B65-ADDC3FB987CB}"/>
                </a:ext>
              </a:extLst>
            </p:cNvPr>
            <p:cNvSpPr/>
            <p:nvPr/>
          </p:nvSpPr>
          <p:spPr>
            <a:xfrm>
              <a:off x="6382917" y="6074277"/>
              <a:ext cx="1895648" cy="4837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던전으로</a:t>
              </a: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1334917-7D87-ED34-B92F-368DA04B30C8}"/>
              </a:ext>
            </a:extLst>
          </p:cNvPr>
          <p:cNvSpPr/>
          <p:nvPr/>
        </p:nvSpPr>
        <p:spPr>
          <a:xfrm>
            <a:off x="4254041" y="6047884"/>
            <a:ext cx="1441416" cy="4837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보유 </a:t>
            </a:r>
            <a:r>
              <a:rPr lang="en-US" altLang="ko-KR" dirty="0"/>
              <a:t>SP: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323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862EAF8-4F1B-CD47-05D6-37115AE7A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250" y="-2"/>
            <a:ext cx="12001500" cy="6858001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8E8F4E-223B-4254-51D0-341AEC7EAEB2}"/>
              </a:ext>
            </a:extLst>
          </p:cNvPr>
          <p:cNvSpPr/>
          <p:nvPr/>
        </p:nvSpPr>
        <p:spPr>
          <a:xfrm>
            <a:off x="95250" y="5262880"/>
            <a:ext cx="12001500" cy="1595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5B96A3-1A55-328D-E39B-8A11AE567785}"/>
              </a:ext>
            </a:extLst>
          </p:cNvPr>
          <p:cNvSpPr/>
          <p:nvPr/>
        </p:nvSpPr>
        <p:spPr>
          <a:xfrm>
            <a:off x="3663261" y="4884572"/>
            <a:ext cx="1601216" cy="378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E0D4DC-3254-F670-AA66-9E3A1D416FCE}"/>
              </a:ext>
            </a:extLst>
          </p:cNvPr>
          <p:cNvSpPr/>
          <p:nvPr/>
        </p:nvSpPr>
        <p:spPr>
          <a:xfrm rot="20124892">
            <a:off x="6309266" y="4151352"/>
            <a:ext cx="1946751" cy="421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620D6D-66B2-1B2C-DA2A-52C66E83C728}"/>
              </a:ext>
            </a:extLst>
          </p:cNvPr>
          <p:cNvSpPr/>
          <p:nvPr/>
        </p:nvSpPr>
        <p:spPr>
          <a:xfrm>
            <a:off x="8941470" y="3155519"/>
            <a:ext cx="2713703" cy="5469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1B845C-23F2-DB49-DCE1-B77D1FA809BD}"/>
              </a:ext>
            </a:extLst>
          </p:cNvPr>
          <p:cNvSpPr/>
          <p:nvPr/>
        </p:nvSpPr>
        <p:spPr>
          <a:xfrm>
            <a:off x="95250" y="46553"/>
            <a:ext cx="8382000" cy="1412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AB4F840-6A92-C9ED-188E-787B0A1BC167}"/>
              </a:ext>
            </a:extLst>
          </p:cNvPr>
          <p:cNvSpPr/>
          <p:nvPr/>
        </p:nvSpPr>
        <p:spPr>
          <a:xfrm>
            <a:off x="9942998" y="1523257"/>
            <a:ext cx="1954011" cy="578581"/>
          </a:xfrm>
          <a:prstGeom prst="roundRect">
            <a:avLst>
              <a:gd name="adj" fmla="val 191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51F4972-D877-BDA5-4546-A1D9B377DC03}"/>
              </a:ext>
            </a:extLst>
          </p:cNvPr>
          <p:cNvSpPr/>
          <p:nvPr/>
        </p:nvSpPr>
        <p:spPr>
          <a:xfrm>
            <a:off x="0" y="-3"/>
            <a:ext cx="12194445" cy="6904556"/>
          </a:xfrm>
          <a:prstGeom prst="rect">
            <a:avLst/>
          </a:prstGeom>
          <a:solidFill>
            <a:schemeClr val="accent1">
              <a:lumMod val="75000"/>
              <a:alpha val="94118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FF52328-0ED9-65B0-3C9F-E80EDB4A84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621" y="2618723"/>
            <a:ext cx="2826145" cy="4433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AAE81D-F9FC-8996-B1E1-C65E94EB8D4E}"/>
              </a:ext>
            </a:extLst>
          </p:cNvPr>
          <p:cNvSpPr txBox="1"/>
          <p:nvPr/>
        </p:nvSpPr>
        <p:spPr>
          <a:xfrm>
            <a:off x="10461628" y="2647266"/>
            <a:ext cx="2910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장작 </a:t>
            </a:r>
            <a:r>
              <a:rPr lang="en-US" altLang="ko-KR" sz="2000" dirty="0">
                <a:solidFill>
                  <a:schemeClr val="bg1"/>
                </a:solidFill>
              </a:rPr>
              <a:t>X 2 </a:t>
            </a:r>
            <a:r>
              <a:rPr lang="ko-KR" altLang="en-US" sz="2000" dirty="0">
                <a:solidFill>
                  <a:schemeClr val="bg1"/>
                </a:solidFill>
              </a:rPr>
              <a:t>획득</a:t>
            </a:r>
          </a:p>
        </p:txBody>
      </p:sp>
      <p:pic>
        <p:nvPicPr>
          <p:cNvPr id="17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2BE65098-AB36-A0B2-7722-620C4F6A00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9797695" y="2673648"/>
            <a:ext cx="642835" cy="365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DE4210D-D68E-B5CD-A782-EB98C83071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621" y="3103217"/>
            <a:ext cx="2826145" cy="4433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4466511-7F15-A138-72F4-8AB293117F11}"/>
              </a:ext>
            </a:extLst>
          </p:cNvPr>
          <p:cNvSpPr txBox="1"/>
          <p:nvPr/>
        </p:nvSpPr>
        <p:spPr>
          <a:xfrm>
            <a:off x="10200645" y="3129512"/>
            <a:ext cx="2910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배터리 </a:t>
            </a:r>
            <a:r>
              <a:rPr lang="en-US" altLang="ko-KR" sz="2000" dirty="0">
                <a:solidFill>
                  <a:schemeClr val="bg1"/>
                </a:solidFill>
              </a:rPr>
              <a:t>X 2 </a:t>
            </a:r>
            <a:r>
              <a:rPr lang="ko-KR" altLang="en-US" sz="2000" dirty="0">
                <a:solidFill>
                  <a:schemeClr val="bg1"/>
                </a:solidFill>
              </a:rPr>
              <a:t>획득</a:t>
            </a:r>
          </a:p>
        </p:txBody>
      </p:sp>
      <p:pic>
        <p:nvPicPr>
          <p:cNvPr id="22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2E9CB58C-1CF5-0463-1C69-0D752B59E6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9625399" y="3174127"/>
            <a:ext cx="554148" cy="31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AF298BE-2173-9C4E-001D-438693B793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7480" y1="31641" x2="67969" y2="32324"/>
                        <a14:foregroundMark x1="35938" y1="27734" x2="36621" y2="28711"/>
                        <a14:backgroundMark x1="42676" y1="77734" x2="48926" y2="80176"/>
                        <a14:backgroundMark x1="59277" y1="77637" x2="59961" y2="8173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04197" y="-141242"/>
            <a:ext cx="1774056" cy="1811285"/>
          </a:xfrm>
          <a:prstGeom prst="rect">
            <a:avLst/>
          </a:prstGeom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81708FC-2668-D694-E394-98D024D44F37}"/>
              </a:ext>
            </a:extLst>
          </p:cNvPr>
          <p:cNvSpPr/>
          <p:nvPr/>
        </p:nvSpPr>
        <p:spPr>
          <a:xfrm>
            <a:off x="10608171" y="5668198"/>
            <a:ext cx="1321292" cy="10464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E343C1-8E03-7AE2-8733-4E6C9F27A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05951" y="3920554"/>
            <a:ext cx="1412240" cy="141224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EEF17364-DE48-AB85-2BB9-E74A4E9A2E3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7480" y1="31641" x2="67969" y2="32324"/>
                        <a14:foregroundMark x1="35938" y1="27734" x2="36621" y2="28711"/>
                        <a14:backgroundMark x1="42676" y1="77734" x2="48926" y2="80176"/>
                        <a14:backgroundMark x1="59277" y1="77637" x2="59961" y2="81738"/>
                      </a14:backgroundRemoval>
                    </a14:imgEffect>
                  </a14:imgLayer>
                </a14:imgProps>
              </a:ext>
            </a:extLst>
          </a:blip>
          <a:srcRect t="40168"/>
          <a:stretch/>
        </p:blipFill>
        <p:spPr>
          <a:xfrm>
            <a:off x="5076889" y="586328"/>
            <a:ext cx="1774056" cy="1083716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8C306EE-462B-9BC8-81A4-B542B964B103}"/>
              </a:ext>
            </a:extLst>
          </p:cNvPr>
          <p:cNvSpPr/>
          <p:nvPr/>
        </p:nvSpPr>
        <p:spPr>
          <a:xfrm>
            <a:off x="10518933" y="5558208"/>
            <a:ext cx="1321292" cy="10464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48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2183FB58-00FA-0297-A009-7C7E8E050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10550794" y="5710004"/>
            <a:ext cx="1205293" cy="68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39C9544-9EB5-711D-0C2D-2F01C6978969}"/>
              </a:ext>
            </a:extLst>
          </p:cNvPr>
          <p:cNvSpPr txBox="1"/>
          <p:nvPr/>
        </p:nvSpPr>
        <p:spPr>
          <a:xfrm>
            <a:off x="11437877" y="6075973"/>
            <a:ext cx="61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B905DAC-83A5-3C19-BF9D-B52AE01782DC}"/>
              </a:ext>
            </a:extLst>
          </p:cNvPr>
          <p:cNvSpPr/>
          <p:nvPr/>
        </p:nvSpPr>
        <p:spPr>
          <a:xfrm>
            <a:off x="10289134" y="5277861"/>
            <a:ext cx="763801" cy="35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Tab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3F07D7D-3445-FD56-E547-C119A0DED270}"/>
              </a:ext>
            </a:extLst>
          </p:cNvPr>
          <p:cNvSpPr/>
          <p:nvPr/>
        </p:nvSpPr>
        <p:spPr>
          <a:xfrm>
            <a:off x="1346862" y="695923"/>
            <a:ext cx="2930062" cy="36174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5E799A-A6DB-66DD-E859-37E28C99BD91}"/>
              </a:ext>
            </a:extLst>
          </p:cNvPr>
          <p:cNvSpPr/>
          <p:nvPr/>
        </p:nvSpPr>
        <p:spPr>
          <a:xfrm>
            <a:off x="1308763" y="695923"/>
            <a:ext cx="2203924" cy="3617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DF29DE5-50FB-7953-D061-B771FB33E96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55" t="30263" r="39934" b="33002"/>
          <a:stretch/>
        </p:blipFill>
        <p:spPr>
          <a:xfrm>
            <a:off x="300299" y="204635"/>
            <a:ext cx="945470" cy="8777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DBA82B33-C1EB-1887-C768-1707F15A2CE4}"/>
              </a:ext>
            </a:extLst>
          </p:cNvPr>
          <p:cNvSpPr/>
          <p:nvPr/>
        </p:nvSpPr>
        <p:spPr>
          <a:xfrm>
            <a:off x="9828258" y="179645"/>
            <a:ext cx="927941" cy="76627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타이머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8BB79C3-D5EB-22AB-1E50-CADCED6C8C25}"/>
              </a:ext>
            </a:extLst>
          </p:cNvPr>
          <p:cNvSpPr/>
          <p:nvPr/>
        </p:nvSpPr>
        <p:spPr>
          <a:xfrm>
            <a:off x="8063381" y="5973899"/>
            <a:ext cx="1078305" cy="78352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대쉬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57F6DE4-3606-CD14-122D-BA47FA91E2B7}"/>
              </a:ext>
            </a:extLst>
          </p:cNvPr>
          <p:cNvSpPr/>
          <p:nvPr/>
        </p:nvSpPr>
        <p:spPr>
          <a:xfrm>
            <a:off x="9271043" y="5973899"/>
            <a:ext cx="1078305" cy="78352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12E640-00AE-7446-68BB-1371F7565F38}"/>
              </a:ext>
            </a:extLst>
          </p:cNvPr>
          <p:cNvSpPr txBox="1"/>
          <p:nvPr/>
        </p:nvSpPr>
        <p:spPr>
          <a:xfrm>
            <a:off x="2374199" y="723815"/>
            <a:ext cx="166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75/100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27EA14F-3AAC-E836-4807-5C1264B2AF97}"/>
              </a:ext>
            </a:extLst>
          </p:cNvPr>
          <p:cNvSpPr/>
          <p:nvPr/>
        </p:nvSpPr>
        <p:spPr>
          <a:xfrm>
            <a:off x="1346862" y="184873"/>
            <a:ext cx="2930062" cy="4452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지하 </a:t>
            </a:r>
            <a:r>
              <a:rPr lang="en-US" altLang="ko-KR" sz="1400" b="1" dirty="0"/>
              <a:t>6</a:t>
            </a:r>
            <a:r>
              <a:rPr lang="ko-KR" altLang="en-US" sz="1400" b="1" dirty="0"/>
              <a:t>층</a:t>
            </a:r>
            <a:br>
              <a:rPr lang="en-US" altLang="ko-KR" sz="1400" dirty="0"/>
            </a:br>
            <a:r>
              <a:rPr lang="ko-KR" altLang="en-US" sz="1400" dirty="0"/>
              <a:t>던전 </a:t>
            </a:r>
            <a:r>
              <a:rPr lang="ko-KR" altLang="en-US" sz="1400" dirty="0" err="1"/>
              <a:t>최심부</a:t>
            </a:r>
            <a:r>
              <a:rPr lang="ko-KR" altLang="en-US" sz="1400" dirty="0"/>
              <a:t> 내부</a:t>
            </a:r>
            <a:endParaRPr lang="en-US" altLang="ko-KR" sz="1400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B5A52F1-F182-6BEC-BE19-9958D3467959}"/>
              </a:ext>
            </a:extLst>
          </p:cNvPr>
          <p:cNvSpPr/>
          <p:nvPr/>
        </p:nvSpPr>
        <p:spPr>
          <a:xfrm>
            <a:off x="7770513" y="5837469"/>
            <a:ext cx="763801" cy="35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Shift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448921D-020D-A0D1-BC4A-6F95D88DCFFF}"/>
              </a:ext>
            </a:extLst>
          </p:cNvPr>
          <p:cNvSpPr/>
          <p:nvPr/>
        </p:nvSpPr>
        <p:spPr>
          <a:xfrm>
            <a:off x="9111994" y="5795776"/>
            <a:ext cx="763801" cy="35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Ctrl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36EF9A-1520-EE19-B992-48D45E72DE7C}"/>
              </a:ext>
            </a:extLst>
          </p:cNvPr>
          <p:cNvSpPr/>
          <p:nvPr/>
        </p:nvSpPr>
        <p:spPr>
          <a:xfrm>
            <a:off x="11134640" y="200716"/>
            <a:ext cx="796445" cy="6948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가방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18B6B66-B4D0-ECAE-A57E-CDDF79621B53}"/>
              </a:ext>
            </a:extLst>
          </p:cNvPr>
          <p:cNvSpPr/>
          <p:nvPr/>
        </p:nvSpPr>
        <p:spPr>
          <a:xfrm>
            <a:off x="10845138" y="12340"/>
            <a:ext cx="635149" cy="35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E3C467-C907-8F02-78BA-718B707609F7}"/>
              </a:ext>
            </a:extLst>
          </p:cNvPr>
          <p:cNvSpPr txBox="1"/>
          <p:nvPr/>
        </p:nvSpPr>
        <p:spPr>
          <a:xfrm>
            <a:off x="5551731" y="1267978"/>
            <a:ext cx="166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70/100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3" name="Picture 4" descr="금화, 금화 아이콘, 동전, 돈, 외딴">
            <a:extLst>
              <a:ext uri="{FF2B5EF4-FFF2-40B4-BE49-F238E27FC236}">
                <a16:creationId xmlns:a16="http://schemas.microsoft.com/office/drawing/2014/main" id="{70C53DA2-971E-FF87-5A34-4E4B6FEB8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14" y="1213024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3C6888A-0FBA-2DDC-6625-27D4804CB982}"/>
              </a:ext>
            </a:extLst>
          </p:cNvPr>
          <p:cNvSpPr txBox="1"/>
          <p:nvPr/>
        </p:nvSpPr>
        <p:spPr>
          <a:xfrm>
            <a:off x="720067" y="1223736"/>
            <a:ext cx="166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100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33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8295299" y="3244396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최심부</a:t>
            </a:r>
            <a:r>
              <a:rPr lang="ko-KR" altLang="en-US" dirty="0"/>
              <a:t> 던전 도전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DA30E1-B3DA-C557-6E6F-9AABFC5EC748}"/>
              </a:ext>
            </a:extLst>
          </p:cNvPr>
          <p:cNvSpPr/>
          <p:nvPr/>
        </p:nvSpPr>
        <p:spPr>
          <a:xfrm>
            <a:off x="4276924" y="1811285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상점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003926-C6C6-885F-C1FF-2F12ADF738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7480" y1="31641" x2="67969" y2="32324"/>
                        <a14:foregroundMark x1="35938" y1="27734" x2="36621" y2="28711"/>
                        <a14:backgroundMark x1="42676" y1="77734" x2="48926" y2="80176"/>
                        <a14:backgroundMark x1="59277" y1="77637" x2="59961" y2="8173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04197" y="-141242"/>
            <a:ext cx="1774056" cy="18112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AE0262-8F9A-7DAB-914D-44B6469FADA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7480" y1="31641" x2="67969" y2="32324"/>
                        <a14:foregroundMark x1="35938" y1="27734" x2="36621" y2="28711"/>
                        <a14:backgroundMark x1="42676" y1="77734" x2="48926" y2="80176"/>
                        <a14:backgroundMark x1="59277" y1="77637" x2="59961" y2="81738"/>
                      </a14:backgroundRemoval>
                    </a14:imgEffect>
                  </a14:imgLayer>
                </a14:imgProps>
              </a:ext>
            </a:extLst>
          </a:blip>
          <a:srcRect t="40168"/>
          <a:stretch/>
        </p:blipFill>
        <p:spPr>
          <a:xfrm>
            <a:off x="5076889" y="586328"/>
            <a:ext cx="1774056" cy="108371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4067793-20AF-4B3D-CA1E-F290C9DDD5DE}"/>
              </a:ext>
            </a:extLst>
          </p:cNvPr>
          <p:cNvSpPr/>
          <p:nvPr/>
        </p:nvSpPr>
        <p:spPr>
          <a:xfrm>
            <a:off x="1346862" y="695923"/>
            <a:ext cx="2930062" cy="36174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60E16CF-2349-D13D-6598-840FCC548D1E}"/>
              </a:ext>
            </a:extLst>
          </p:cNvPr>
          <p:cNvSpPr/>
          <p:nvPr/>
        </p:nvSpPr>
        <p:spPr>
          <a:xfrm>
            <a:off x="1308763" y="695923"/>
            <a:ext cx="2203924" cy="3617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02C3168-66BC-897D-141F-CE7A19451A8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55" t="30263" r="39934" b="33002"/>
          <a:stretch/>
        </p:blipFill>
        <p:spPr>
          <a:xfrm>
            <a:off x="300299" y="204635"/>
            <a:ext cx="945470" cy="8777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468D04-539A-3C48-7C5D-87B65626F5E2}"/>
              </a:ext>
            </a:extLst>
          </p:cNvPr>
          <p:cNvSpPr txBox="1"/>
          <p:nvPr/>
        </p:nvSpPr>
        <p:spPr>
          <a:xfrm>
            <a:off x="2374199" y="723815"/>
            <a:ext cx="166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75/100</a:t>
            </a:r>
            <a:endParaRPr lang="ko-KR" altLang="en-US" dirty="0"/>
          </a:p>
        </p:txBody>
      </p:sp>
      <p:pic>
        <p:nvPicPr>
          <p:cNvPr id="21" name="Picture 4" descr="금화, 금화 아이콘, 동전, 돈, 외딴">
            <a:extLst>
              <a:ext uri="{FF2B5EF4-FFF2-40B4-BE49-F238E27FC236}">
                <a16:creationId xmlns:a16="http://schemas.microsoft.com/office/drawing/2014/main" id="{3C5A4667-8A17-6462-8F16-6CCA96C1E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14" y="1213024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1DDAD90-8EC1-3C57-56C0-19A9374BB741}"/>
              </a:ext>
            </a:extLst>
          </p:cNvPr>
          <p:cNvSpPr txBox="1"/>
          <p:nvPr/>
        </p:nvSpPr>
        <p:spPr>
          <a:xfrm>
            <a:off x="655847" y="1190525"/>
            <a:ext cx="166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029F88-CA32-4A36-84E6-753CC22219D9}"/>
              </a:ext>
            </a:extLst>
          </p:cNvPr>
          <p:cNvSpPr/>
          <p:nvPr/>
        </p:nvSpPr>
        <p:spPr>
          <a:xfrm>
            <a:off x="11134640" y="200716"/>
            <a:ext cx="796445" cy="6948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D7C88D9-33CC-156E-F0DB-C6356DB977FF}"/>
              </a:ext>
            </a:extLst>
          </p:cNvPr>
          <p:cNvSpPr/>
          <p:nvPr/>
        </p:nvSpPr>
        <p:spPr>
          <a:xfrm>
            <a:off x="10845138" y="12340"/>
            <a:ext cx="635149" cy="35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D265BD5-2743-8ADB-5B62-8CC79110F8BE}"/>
              </a:ext>
            </a:extLst>
          </p:cNvPr>
          <p:cNvSpPr/>
          <p:nvPr/>
        </p:nvSpPr>
        <p:spPr>
          <a:xfrm>
            <a:off x="1346862" y="184873"/>
            <a:ext cx="2930062" cy="4452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지하 </a:t>
            </a:r>
            <a:r>
              <a:rPr lang="en-US" altLang="ko-KR" sz="1400" b="1" dirty="0"/>
              <a:t>6</a:t>
            </a:r>
            <a:r>
              <a:rPr lang="ko-KR" altLang="en-US" sz="1400" b="1" dirty="0"/>
              <a:t>층</a:t>
            </a:r>
            <a:br>
              <a:rPr lang="en-US" altLang="ko-KR" sz="1400" dirty="0"/>
            </a:br>
            <a:r>
              <a:rPr lang="ko-KR" altLang="en-US" sz="1400" dirty="0"/>
              <a:t>던전 </a:t>
            </a:r>
            <a:r>
              <a:rPr lang="ko-KR" altLang="en-US" sz="1400" dirty="0" err="1"/>
              <a:t>최심부</a:t>
            </a:r>
            <a:r>
              <a:rPr lang="ko-KR" altLang="en-US" sz="1400" dirty="0"/>
              <a:t> 베이스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262664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8295299" y="3244396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최심부</a:t>
            </a:r>
            <a:r>
              <a:rPr lang="ko-KR" altLang="en-US" dirty="0"/>
              <a:t> 던전 도전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9EA881-9B4F-AF5D-6DEF-1C19223897FE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0293DF-8458-C707-0ACE-272568C161BB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532010-01F0-D5F6-932B-4EB88B20D6B6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41FB4C-5863-9575-A8F8-3EFB63D93B5A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C349D-E0ED-3763-4F0A-C039B7B54E04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3" name="Picture 4" descr="금화, 금화 아이콘, 동전, 돈, 외딴">
            <a:extLst>
              <a:ext uri="{FF2B5EF4-FFF2-40B4-BE49-F238E27FC236}">
                <a16:creationId xmlns:a16="http://schemas.microsoft.com/office/drawing/2014/main" id="{E869E709-BF2F-195C-938F-9B41D580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70A715C-FE14-AD90-729D-1A5C53507F69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9" name="두루마리 모양: 가로로 말림 18">
            <a:extLst>
              <a:ext uri="{FF2B5EF4-FFF2-40B4-BE49-F238E27FC236}">
                <a16:creationId xmlns:a16="http://schemas.microsoft.com/office/drawing/2014/main" id="{7B473270-BFF2-5C4D-FFF1-0452B1584BDC}"/>
              </a:ext>
            </a:extLst>
          </p:cNvPr>
          <p:cNvSpPr/>
          <p:nvPr/>
        </p:nvSpPr>
        <p:spPr>
          <a:xfrm>
            <a:off x="4488102" y="108228"/>
            <a:ext cx="3215796" cy="71671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r>
              <a:rPr lang="ko-KR" altLang="en-US" dirty="0"/>
              <a:t> 베이스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036EB3-63B2-F484-CF54-92AA13816842}"/>
              </a:ext>
            </a:extLst>
          </p:cNvPr>
          <p:cNvSpPr/>
          <p:nvPr/>
        </p:nvSpPr>
        <p:spPr>
          <a:xfrm>
            <a:off x="47625" y="0"/>
            <a:ext cx="12096750" cy="6858000"/>
          </a:xfrm>
          <a:prstGeom prst="rect">
            <a:avLst/>
          </a:prstGeom>
          <a:solidFill>
            <a:schemeClr val="dk1">
              <a:alpha val="62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E349DE-AD70-832D-31C5-74AB78D08CE5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보급 상자</a:t>
            </a:r>
            <a:endParaRPr lang="en-US" altLang="ko-KR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7F1789C-5615-56E5-B9CD-776920B11FE8}"/>
              </a:ext>
            </a:extLst>
          </p:cNvPr>
          <p:cNvSpPr/>
          <p:nvPr/>
        </p:nvSpPr>
        <p:spPr>
          <a:xfrm>
            <a:off x="3110339" y="4725260"/>
            <a:ext cx="3706848" cy="11639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베이스마다 보급품이 있습니다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활용해서 탈출하세요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973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8295299" y="3244396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최심부</a:t>
            </a:r>
            <a:r>
              <a:rPr lang="ko-KR" altLang="en-US" dirty="0"/>
              <a:t> 던전 도전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9EA881-9B4F-AF5D-6DEF-1C19223897FE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0293DF-8458-C707-0ACE-272568C161BB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532010-01F0-D5F6-932B-4EB88B20D6B6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41FB4C-5863-9575-A8F8-3EFB63D93B5A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C349D-E0ED-3763-4F0A-C039B7B54E04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3" name="Picture 4" descr="금화, 금화 아이콘, 동전, 돈, 외딴">
            <a:extLst>
              <a:ext uri="{FF2B5EF4-FFF2-40B4-BE49-F238E27FC236}">
                <a16:creationId xmlns:a16="http://schemas.microsoft.com/office/drawing/2014/main" id="{E869E709-BF2F-195C-938F-9B41D580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70A715C-FE14-AD90-729D-1A5C53507F69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9" name="두루마리 모양: 가로로 말림 18">
            <a:extLst>
              <a:ext uri="{FF2B5EF4-FFF2-40B4-BE49-F238E27FC236}">
                <a16:creationId xmlns:a16="http://schemas.microsoft.com/office/drawing/2014/main" id="{7B473270-BFF2-5C4D-FFF1-0452B1584BDC}"/>
              </a:ext>
            </a:extLst>
          </p:cNvPr>
          <p:cNvSpPr/>
          <p:nvPr/>
        </p:nvSpPr>
        <p:spPr>
          <a:xfrm>
            <a:off x="5059969" y="170055"/>
            <a:ext cx="3215796" cy="71671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r>
              <a:rPr lang="ko-KR" altLang="en-US" dirty="0"/>
              <a:t> 베이스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0091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8295299" y="3244396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최심부</a:t>
            </a:r>
            <a:r>
              <a:rPr lang="ko-KR" altLang="en-US" dirty="0"/>
              <a:t> 던전 도전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9EA881-9B4F-AF5D-6DEF-1C19223897FE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0293DF-8458-C707-0ACE-272568C161BB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532010-01F0-D5F6-932B-4EB88B20D6B6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41FB4C-5863-9575-A8F8-3EFB63D93B5A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C349D-E0ED-3763-4F0A-C039B7B54E04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3" name="Picture 4" descr="금화, 금화 아이콘, 동전, 돈, 외딴">
            <a:extLst>
              <a:ext uri="{FF2B5EF4-FFF2-40B4-BE49-F238E27FC236}">
                <a16:creationId xmlns:a16="http://schemas.microsoft.com/office/drawing/2014/main" id="{E869E709-BF2F-195C-938F-9B41D580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70A715C-FE14-AD90-729D-1A5C53507F69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9" name="두루마리 모양: 가로로 말림 18">
            <a:extLst>
              <a:ext uri="{FF2B5EF4-FFF2-40B4-BE49-F238E27FC236}">
                <a16:creationId xmlns:a16="http://schemas.microsoft.com/office/drawing/2014/main" id="{7B473270-BFF2-5C4D-FFF1-0452B1584BDC}"/>
              </a:ext>
            </a:extLst>
          </p:cNvPr>
          <p:cNvSpPr/>
          <p:nvPr/>
        </p:nvSpPr>
        <p:spPr>
          <a:xfrm>
            <a:off x="4488102" y="108228"/>
            <a:ext cx="3215796" cy="71671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r>
              <a:rPr lang="ko-KR" altLang="en-US" dirty="0"/>
              <a:t> 베이스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DA30E1-B3DA-C557-6E6F-9AABFC5EC748}"/>
              </a:ext>
            </a:extLst>
          </p:cNvPr>
          <p:cNvSpPr/>
          <p:nvPr/>
        </p:nvSpPr>
        <p:spPr>
          <a:xfrm>
            <a:off x="4297499" y="1550762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업적 </a:t>
            </a:r>
            <a:r>
              <a:rPr lang="en-US" altLang="ko-KR" dirty="0"/>
              <a:t>&amp; </a:t>
            </a:r>
            <a:r>
              <a:rPr lang="ko-KR" altLang="en-US" dirty="0"/>
              <a:t>능력 해금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84763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4AAA3913-F859-8CA4-3FA6-D3949AE61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6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9341407" y="3814412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다음 진행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4892040" y="4271159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9EA881-9B4F-AF5D-6DEF-1C19223897FE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0293DF-8458-C707-0ACE-272568C161BB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532010-01F0-D5F6-932B-4EB88B20D6B6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41FB4C-5863-9575-A8F8-3EFB63D93B5A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608CD8-2B6C-4215-D225-57BEBF8BC6EC}"/>
              </a:ext>
            </a:extLst>
          </p:cNvPr>
          <p:cNvSpPr/>
          <p:nvPr/>
        </p:nvSpPr>
        <p:spPr>
          <a:xfrm>
            <a:off x="864615" y="4271159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무인 상점</a:t>
            </a:r>
            <a:endParaRPr lang="en-US" altLang="ko-KR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C349D-E0ED-3763-4F0A-C039B7B54E04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3" name="Picture 4" descr="금화, 금화 아이콘, 동전, 돈, 외딴">
            <a:extLst>
              <a:ext uri="{FF2B5EF4-FFF2-40B4-BE49-F238E27FC236}">
                <a16:creationId xmlns:a16="http://schemas.microsoft.com/office/drawing/2014/main" id="{E869E709-BF2F-195C-938F-9B41D580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70A715C-FE14-AD90-729D-1A5C53507F69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9" name="두루마리 모양: 가로로 말림 18">
            <a:extLst>
              <a:ext uri="{FF2B5EF4-FFF2-40B4-BE49-F238E27FC236}">
                <a16:creationId xmlns:a16="http://schemas.microsoft.com/office/drawing/2014/main" id="{7B473270-BFF2-5C4D-FFF1-0452B1584BDC}"/>
              </a:ext>
            </a:extLst>
          </p:cNvPr>
          <p:cNvSpPr/>
          <p:nvPr/>
        </p:nvSpPr>
        <p:spPr>
          <a:xfrm>
            <a:off x="4488102" y="108228"/>
            <a:ext cx="3215796" cy="71671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r>
              <a:rPr lang="ko-KR" altLang="en-US" dirty="0"/>
              <a:t> 베이스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40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59" y="56209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0" y="562094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03DA96E-5A3B-878C-B4E3-B3C0DA22D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508001" y="965200"/>
            <a:ext cx="80467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5011A-726D-66DC-B6D2-242137539146}"/>
              </a:ext>
            </a:extLst>
          </p:cNvPr>
          <p:cNvSpPr txBox="1"/>
          <p:nvPr/>
        </p:nvSpPr>
        <p:spPr>
          <a:xfrm>
            <a:off x="1312673" y="1053068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X3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1A78E25-DCB6-6310-2153-57101C462E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05200" y="3522960"/>
            <a:ext cx="1412240" cy="141224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1C02591-381D-6E21-03B6-EB6D6F6A0BC3}"/>
              </a:ext>
            </a:extLst>
          </p:cNvPr>
          <p:cNvSpPr/>
          <p:nvPr/>
        </p:nvSpPr>
        <p:spPr>
          <a:xfrm>
            <a:off x="1418897" y="1237734"/>
            <a:ext cx="8965324" cy="4750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5B689A-7988-3B37-2CD0-7901FDEE39C1}"/>
              </a:ext>
            </a:extLst>
          </p:cNvPr>
          <p:cNvSpPr txBox="1"/>
          <p:nvPr/>
        </p:nvSpPr>
        <p:spPr>
          <a:xfrm>
            <a:off x="3918695" y="1417144"/>
            <a:ext cx="3965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0000"/>
                </a:solidFill>
              </a:rPr>
              <a:t>저주에 걸렸습니다</a:t>
            </a:r>
            <a:r>
              <a:rPr lang="en-US" altLang="ko-KR" sz="2800" b="1" dirty="0">
                <a:solidFill>
                  <a:srgbClr val="FF0000"/>
                </a:solidFill>
              </a:rPr>
              <a:t>!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6D59DE-C956-314F-AF05-1A24DDF84036}"/>
              </a:ext>
            </a:extLst>
          </p:cNvPr>
          <p:cNvSpPr/>
          <p:nvPr/>
        </p:nvSpPr>
        <p:spPr>
          <a:xfrm>
            <a:off x="2216020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화력이 베이스에서만 충전 가능하게 됩니다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48B17C-486B-65AE-46AF-037A2B4CD840}"/>
              </a:ext>
            </a:extLst>
          </p:cNvPr>
          <p:cNvSpPr/>
          <p:nvPr/>
        </p:nvSpPr>
        <p:spPr>
          <a:xfrm>
            <a:off x="4891735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10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초간 속도가 주체할 수 없이 빨라집니다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타이머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UI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표시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726A0F-A1FE-FDA9-057A-59074E4B431C}"/>
              </a:ext>
            </a:extLst>
          </p:cNvPr>
          <p:cNvSpPr/>
          <p:nvPr/>
        </p:nvSpPr>
        <p:spPr>
          <a:xfrm>
            <a:off x="7567450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베이스에서 더 이상 화력을 충전하지 못합니다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199404-6552-B669-633D-55BF958B41F7}"/>
              </a:ext>
            </a:extLst>
          </p:cNvPr>
          <p:cNvSpPr txBox="1"/>
          <p:nvPr/>
        </p:nvSpPr>
        <p:spPr>
          <a:xfrm>
            <a:off x="3442208" y="1921362"/>
            <a:ext cx="4825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받을 저주를 선택하세요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2B4EE-972F-BEE4-9CD9-E675EED1F59E}"/>
              </a:ext>
            </a:extLst>
          </p:cNvPr>
          <p:cNvSpPr txBox="1"/>
          <p:nvPr/>
        </p:nvSpPr>
        <p:spPr>
          <a:xfrm>
            <a:off x="2435640" y="2534441"/>
            <a:ext cx="174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장작 부식화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219A3-6AD9-CE57-3B39-5CB5519F3753}"/>
              </a:ext>
            </a:extLst>
          </p:cNvPr>
          <p:cNvSpPr txBox="1"/>
          <p:nvPr/>
        </p:nvSpPr>
        <p:spPr>
          <a:xfrm>
            <a:off x="5199697" y="2574212"/>
            <a:ext cx="148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과유불급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3C477D-455C-EAE2-FFB1-1A073CA53A0C}"/>
              </a:ext>
            </a:extLst>
          </p:cNvPr>
          <p:cNvSpPr txBox="1"/>
          <p:nvPr/>
        </p:nvSpPr>
        <p:spPr>
          <a:xfrm>
            <a:off x="7801091" y="2574212"/>
            <a:ext cx="163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자원 고갈</a:t>
            </a:r>
          </a:p>
        </p:txBody>
      </p:sp>
    </p:spTree>
    <p:extLst>
      <p:ext uri="{BB962C8B-B14F-4D97-AF65-F5344CB8AC3E}">
        <p14:creationId xmlns:p14="http://schemas.microsoft.com/office/powerpoint/2010/main" val="537113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59" y="56209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0" y="562094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03DA96E-5A3B-878C-B4E3-B3C0DA22D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508001" y="965200"/>
            <a:ext cx="80467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5011A-726D-66DC-B6D2-242137539146}"/>
              </a:ext>
            </a:extLst>
          </p:cNvPr>
          <p:cNvSpPr txBox="1"/>
          <p:nvPr/>
        </p:nvSpPr>
        <p:spPr>
          <a:xfrm>
            <a:off x="1312673" y="1053068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X3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1A78E25-DCB6-6310-2153-57101C462E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05200" y="3522960"/>
            <a:ext cx="1412240" cy="141224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1C02591-381D-6E21-03B6-EB6D6F6A0BC3}"/>
              </a:ext>
            </a:extLst>
          </p:cNvPr>
          <p:cNvSpPr/>
          <p:nvPr/>
        </p:nvSpPr>
        <p:spPr>
          <a:xfrm>
            <a:off x="1418897" y="1237734"/>
            <a:ext cx="8965324" cy="4750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5B689A-7988-3B37-2CD0-7901FDEE39C1}"/>
              </a:ext>
            </a:extLst>
          </p:cNvPr>
          <p:cNvSpPr txBox="1"/>
          <p:nvPr/>
        </p:nvSpPr>
        <p:spPr>
          <a:xfrm>
            <a:off x="3918695" y="1417144"/>
            <a:ext cx="3965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92D050"/>
                </a:solidFill>
              </a:rPr>
              <a:t>축복을 받았습니다</a:t>
            </a:r>
            <a:r>
              <a:rPr lang="en-US" altLang="ko-KR" sz="2800" b="1" dirty="0">
                <a:solidFill>
                  <a:srgbClr val="92D050"/>
                </a:solidFill>
              </a:rPr>
              <a:t>!</a:t>
            </a:r>
            <a:endParaRPr lang="ko-KR" altLang="en-US" sz="2800" b="1" dirty="0">
              <a:solidFill>
                <a:srgbClr val="92D05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6D59DE-C956-314F-AF05-1A24DDF84036}"/>
              </a:ext>
            </a:extLst>
          </p:cNvPr>
          <p:cNvSpPr/>
          <p:nvPr/>
        </p:nvSpPr>
        <p:spPr>
          <a:xfrm>
            <a:off x="2216020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화력이 베이스에서만 충전 가능하게 됩니다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48B17C-486B-65AE-46AF-037A2B4CD840}"/>
              </a:ext>
            </a:extLst>
          </p:cNvPr>
          <p:cNvSpPr/>
          <p:nvPr/>
        </p:nvSpPr>
        <p:spPr>
          <a:xfrm>
            <a:off x="4891735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10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초간 속도가 주체할 수 없이 빨라집니다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타이머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UI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표시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726A0F-A1FE-FDA9-057A-59074E4B431C}"/>
              </a:ext>
            </a:extLst>
          </p:cNvPr>
          <p:cNvSpPr/>
          <p:nvPr/>
        </p:nvSpPr>
        <p:spPr>
          <a:xfrm>
            <a:off x="7567450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베이스에서 더 이상 화력을 충전하지 못합니다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199404-6552-B669-633D-55BF958B41F7}"/>
              </a:ext>
            </a:extLst>
          </p:cNvPr>
          <p:cNvSpPr txBox="1"/>
          <p:nvPr/>
        </p:nvSpPr>
        <p:spPr>
          <a:xfrm>
            <a:off x="3442208" y="1921362"/>
            <a:ext cx="4825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받을 </a:t>
            </a:r>
            <a:r>
              <a:rPr lang="ko-KR" altLang="en-US" sz="1600" b="1" dirty="0" err="1"/>
              <a:t>축복를</a:t>
            </a:r>
            <a:r>
              <a:rPr lang="ko-KR" altLang="en-US" sz="1600" b="1" dirty="0"/>
              <a:t> 선택하세요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2B4EE-972F-BEE4-9CD9-E675EED1F59E}"/>
              </a:ext>
            </a:extLst>
          </p:cNvPr>
          <p:cNvSpPr txBox="1"/>
          <p:nvPr/>
        </p:nvSpPr>
        <p:spPr>
          <a:xfrm>
            <a:off x="2435640" y="2534441"/>
            <a:ext cx="174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장작 부식화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219A3-6AD9-CE57-3B39-5CB5519F3753}"/>
              </a:ext>
            </a:extLst>
          </p:cNvPr>
          <p:cNvSpPr txBox="1"/>
          <p:nvPr/>
        </p:nvSpPr>
        <p:spPr>
          <a:xfrm>
            <a:off x="5199697" y="2574212"/>
            <a:ext cx="148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과유불급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3C477D-455C-EAE2-FFB1-1A073CA53A0C}"/>
              </a:ext>
            </a:extLst>
          </p:cNvPr>
          <p:cNvSpPr txBox="1"/>
          <p:nvPr/>
        </p:nvSpPr>
        <p:spPr>
          <a:xfrm>
            <a:off x="7801091" y="2574212"/>
            <a:ext cx="163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자원 고갈</a:t>
            </a:r>
          </a:p>
        </p:txBody>
      </p:sp>
    </p:spTree>
    <p:extLst>
      <p:ext uri="{BB962C8B-B14F-4D97-AF65-F5344CB8AC3E}">
        <p14:creationId xmlns:p14="http://schemas.microsoft.com/office/powerpoint/2010/main" val="140028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59" y="300837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0" y="300837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03DA96E-5A3B-878C-B4E3-B3C0DA22D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508001" y="637234"/>
            <a:ext cx="80467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5011A-726D-66DC-B6D2-242137539146}"/>
              </a:ext>
            </a:extLst>
          </p:cNvPr>
          <p:cNvSpPr txBox="1"/>
          <p:nvPr/>
        </p:nvSpPr>
        <p:spPr>
          <a:xfrm>
            <a:off x="1312673" y="1053068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3A4B32E-D98E-BDED-49EC-98AD5C13F281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29" name="Picture 4" descr="금화, 금화 아이콘, 동전, 돈, 외딴">
            <a:extLst>
              <a:ext uri="{FF2B5EF4-FFF2-40B4-BE49-F238E27FC236}">
                <a16:creationId xmlns:a16="http://schemas.microsoft.com/office/drawing/2014/main" id="{8FEAA091-98B1-005F-1270-F38619696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6BF1FD4D-BC33-AEF3-2883-4F25088F2919}"/>
              </a:ext>
            </a:extLst>
          </p:cNvPr>
          <p:cNvSpPr/>
          <p:nvPr/>
        </p:nvSpPr>
        <p:spPr>
          <a:xfrm>
            <a:off x="570055" y="707825"/>
            <a:ext cx="10879309" cy="589874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473A2B-C226-3C2E-D2AE-9E173D27F651}"/>
              </a:ext>
            </a:extLst>
          </p:cNvPr>
          <p:cNvSpPr/>
          <p:nvPr/>
        </p:nvSpPr>
        <p:spPr>
          <a:xfrm>
            <a:off x="6009710" y="1053068"/>
            <a:ext cx="4860667" cy="53049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A71D4-36BD-2C70-19F3-312A48E4F5A8}"/>
              </a:ext>
            </a:extLst>
          </p:cNvPr>
          <p:cNvSpPr txBox="1"/>
          <p:nvPr/>
        </p:nvSpPr>
        <p:spPr>
          <a:xfrm>
            <a:off x="6315184" y="1237734"/>
            <a:ext cx="42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무인 상점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74764C7-9A4D-4641-132F-6CFCC1CCF1F4}"/>
              </a:ext>
            </a:extLst>
          </p:cNvPr>
          <p:cNvSpPr/>
          <p:nvPr/>
        </p:nvSpPr>
        <p:spPr>
          <a:xfrm>
            <a:off x="6478858" y="2161002"/>
            <a:ext cx="1405053" cy="126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장작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3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D87F231-21D7-877A-B2F0-541DA53B11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6561392" y="2401021"/>
            <a:ext cx="1277915" cy="72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6100B411-33FE-5D48-9979-E56E1C5F0CC6}"/>
              </a:ext>
            </a:extLst>
          </p:cNvPr>
          <p:cNvSpPr/>
          <p:nvPr/>
        </p:nvSpPr>
        <p:spPr>
          <a:xfrm>
            <a:off x="9051073" y="2161002"/>
            <a:ext cx="1405053" cy="126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장작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5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95AFA55D-BBBC-FEAD-55CE-C6D427885A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9133607" y="2401021"/>
            <a:ext cx="1277915" cy="72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2C9A8FF-BB12-FFD3-1996-30FCD40EB64C}"/>
              </a:ext>
            </a:extLst>
          </p:cNvPr>
          <p:cNvSpPr txBox="1"/>
          <p:nvPr/>
        </p:nvSpPr>
        <p:spPr>
          <a:xfrm>
            <a:off x="6863494" y="1826268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장작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0BD838-540F-94AD-670E-C2BF6A91E8A6}"/>
              </a:ext>
            </a:extLst>
          </p:cNvPr>
          <p:cNvSpPr txBox="1"/>
          <p:nvPr/>
        </p:nvSpPr>
        <p:spPr>
          <a:xfrm>
            <a:off x="9312697" y="1850933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배터리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45247B-FB17-7DAE-A836-A4E5B684FC88}"/>
              </a:ext>
            </a:extLst>
          </p:cNvPr>
          <p:cNvSpPr txBox="1"/>
          <p:nvPr/>
        </p:nvSpPr>
        <p:spPr>
          <a:xfrm>
            <a:off x="6789105" y="3398285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100G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9398AC-E8FF-DAF9-F5C8-174555F4A790}"/>
              </a:ext>
            </a:extLst>
          </p:cNvPr>
          <p:cNvSpPr txBox="1"/>
          <p:nvPr/>
        </p:nvSpPr>
        <p:spPr>
          <a:xfrm>
            <a:off x="9404586" y="3413610"/>
            <a:ext cx="81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300G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2B6195A-8975-D3C3-4C22-47B4E86729BC}"/>
              </a:ext>
            </a:extLst>
          </p:cNvPr>
          <p:cNvSpPr/>
          <p:nvPr/>
        </p:nvSpPr>
        <p:spPr>
          <a:xfrm>
            <a:off x="8904514" y="5804931"/>
            <a:ext cx="156928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구매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69C4E26-6B46-BB80-62B5-A325D1FB02AE}"/>
              </a:ext>
            </a:extLst>
          </p:cNvPr>
          <p:cNvSpPr/>
          <p:nvPr/>
        </p:nvSpPr>
        <p:spPr>
          <a:xfrm>
            <a:off x="6472158" y="5804931"/>
            <a:ext cx="156928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훔치기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22D3FC1-B927-79B0-526C-DF8C30B3084D}"/>
              </a:ext>
            </a:extLst>
          </p:cNvPr>
          <p:cNvSpPr/>
          <p:nvPr/>
        </p:nvSpPr>
        <p:spPr>
          <a:xfrm>
            <a:off x="1232741" y="1079355"/>
            <a:ext cx="3941098" cy="5252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상점 이미지 파일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6B5F88-4919-4F93-BA76-9000B2B2CB25}"/>
              </a:ext>
            </a:extLst>
          </p:cNvPr>
          <p:cNvSpPr/>
          <p:nvPr/>
        </p:nvSpPr>
        <p:spPr>
          <a:xfrm>
            <a:off x="7765687" y="4010826"/>
            <a:ext cx="1405053" cy="126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장작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695D5A39-F61B-3808-6A99-D7ECB69BB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7848221" y="4250845"/>
            <a:ext cx="1277915" cy="72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5728C8-BDEF-89F9-38B4-93B91AA27945}"/>
              </a:ext>
            </a:extLst>
          </p:cNvPr>
          <p:cNvSpPr txBox="1"/>
          <p:nvPr/>
        </p:nvSpPr>
        <p:spPr>
          <a:xfrm>
            <a:off x="7883911" y="3711634"/>
            <a:ext cx="114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폭파장치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3F172-F157-2AA3-8E32-61F43A2484A2}"/>
              </a:ext>
            </a:extLst>
          </p:cNvPr>
          <p:cNvSpPr txBox="1"/>
          <p:nvPr/>
        </p:nvSpPr>
        <p:spPr>
          <a:xfrm>
            <a:off x="8119200" y="5263434"/>
            <a:ext cx="81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300G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7174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862EAF8-4F1B-CD47-05D6-37115AE7A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284" y="-7737988"/>
            <a:ext cx="22263305" cy="14613505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59" y="56209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0" y="562094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03DA96E-5A3B-878C-B4E3-B3C0DA22D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6967" b="64645" l="10224" r="3738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757360" y="1529683"/>
            <a:ext cx="1535898" cy="8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5011A-726D-66DC-B6D2-242137539146}"/>
              </a:ext>
            </a:extLst>
          </p:cNvPr>
          <p:cNvSpPr txBox="1"/>
          <p:nvPr/>
        </p:nvSpPr>
        <p:spPr>
          <a:xfrm>
            <a:off x="1312673" y="1053068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8E8F4E-223B-4254-51D0-341AEC7EAEB2}"/>
              </a:ext>
            </a:extLst>
          </p:cNvPr>
          <p:cNvSpPr/>
          <p:nvPr/>
        </p:nvSpPr>
        <p:spPr>
          <a:xfrm>
            <a:off x="95249" y="5757914"/>
            <a:ext cx="3409951" cy="11000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5B96A3-1A55-328D-E39B-8A11AE567785}"/>
              </a:ext>
            </a:extLst>
          </p:cNvPr>
          <p:cNvSpPr/>
          <p:nvPr/>
        </p:nvSpPr>
        <p:spPr>
          <a:xfrm>
            <a:off x="3442519" y="4455648"/>
            <a:ext cx="1412241" cy="1302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E0D4DC-3254-F670-AA66-9E3A1D416FCE}"/>
              </a:ext>
            </a:extLst>
          </p:cNvPr>
          <p:cNvSpPr/>
          <p:nvPr/>
        </p:nvSpPr>
        <p:spPr>
          <a:xfrm>
            <a:off x="7432926" y="2806858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238DAB2-D74A-C911-CDA7-A171D4A0DA13}"/>
              </a:ext>
            </a:extLst>
          </p:cNvPr>
          <p:cNvSpPr/>
          <p:nvPr/>
        </p:nvSpPr>
        <p:spPr>
          <a:xfrm>
            <a:off x="1121664" y="-2822079"/>
            <a:ext cx="2598928" cy="1412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620D6D-66B2-1B2C-DA2A-52C66E83C728}"/>
              </a:ext>
            </a:extLst>
          </p:cNvPr>
          <p:cNvSpPr/>
          <p:nvPr/>
        </p:nvSpPr>
        <p:spPr>
          <a:xfrm>
            <a:off x="5309743" y="-1523400"/>
            <a:ext cx="2598928" cy="1412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1B845C-23F2-DB49-DCE1-B77D1FA809BD}"/>
              </a:ext>
            </a:extLst>
          </p:cNvPr>
          <p:cNvSpPr/>
          <p:nvPr/>
        </p:nvSpPr>
        <p:spPr>
          <a:xfrm>
            <a:off x="8780271" y="4312258"/>
            <a:ext cx="2287779" cy="787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3B8E498C-4D95-FAF1-3E77-8F7853BFE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16885003" y="-1045880"/>
            <a:ext cx="80467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6725ACE-2431-B615-C97B-6AEC8AA15120}"/>
              </a:ext>
            </a:extLst>
          </p:cNvPr>
          <p:cNvSpPr/>
          <p:nvPr/>
        </p:nvSpPr>
        <p:spPr>
          <a:xfrm>
            <a:off x="30632" y="-93643"/>
            <a:ext cx="12192000" cy="69691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90DDE3-A0DC-31FB-3177-EC8EC6B1EF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1474" y="4455648"/>
            <a:ext cx="1412240" cy="1412240"/>
          </a:xfrm>
          <a:prstGeom prst="rect">
            <a:avLst/>
          </a:prstGeom>
        </p:spPr>
      </p:pic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14303C35-AF19-071F-FC78-198AD90722FA}"/>
              </a:ext>
            </a:extLst>
          </p:cNvPr>
          <p:cNvSpPr/>
          <p:nvPr/>
        </p:nvSpPr>
        <p:spPr>
          <a:xfrm>
            <a:off x="6096000" y="2789340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BB2AD1-8E6F-498D-0F56-070BB795E280}"/>
              </a:ext>
            </a:extLst>
          </p:cNvPr>
          <p:cNvSpPr/>
          <p:nvPr/>
        </p:nvSpPr>
        <p:spPr>
          <a:xfrm flipH="1">
            <a:off x="13186820" y="4588570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A971B4D4-C206-A65D-13DC-06FEFD8050DA}"/>
              </a:ext>
            </a:extLst>
          </p:cNvPr>
          <p:cNvSpPr/>
          <p:nvPr/>
        </p:nvSpPr>
        <p:spPr>
          <a:xfrm flipH="1">
            <a:off x="13807546" y="4553535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8B9BA5-BBE2-C2AD-04E9-6C52E99563CB}"/>
              </a:ext>
            </a:extLst>
          </p:cNvPr>
          <p:cNvSpPr/>
          <p:nvPr/>
        </p:nvSpPr>
        <p:spPr>
          <a:xfrm>
            <a:off x="16976976" y="3193848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F6FD6411-0D90-E3BC-2F7C-731AC095D057}"/>
              </a:ext>
            </a:extLst>
          </p:cNvPr>
          <p:cNvSpPr/>
          <p:nvPr/>
        </p:nvSpPr>
        <p:spPr>
          <a:xfrm>
            <a:off x="15640050" y="3176330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C1EE53-8B72-638A-D752-A83D2C511F31}"/>
              </a:ext>
            </a:extLst>
          </p:cNvPr>
          <p:cNvSpPr/>
          <p:nvPr/>
        </p:nvSpPr>
        <p:spPr>
          <a:xfrm flipH="1">
            <a:off x="13106930" y="1301080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074F183A-462C-7AB5-8858-40916A8D4B3C}"/>
              </a:ext>
            </a:extLst>
          </p:cNvPr>
          <p:cNvSpPr/>
          <p:nvPr/>
        </p:nvSpPr>
        <p:spPr>
          <a:xfrm flipH="1">
            <a:off x="13727656" y="1266045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24724E-51C8-D272-5697-5834FC38763C}"/>
              </a:ext>
            </a:extLst>
          </p:cNvPr>
          <p:cNvSpPr/>
          <p:nvPr/>
        </p:nvSpPr>
        <p:spPr>
          <a:xfrm>
            <a:off x="16897891" y="-494162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4F664C8A-48E6-E692-EF13-9B52116EC412}"/>
              </a:ext>
            </a:extLst>
          </p:cNvPr>
          <p:cNvSpPr/>
          <p:nvPr/>
        </p:nvSpPr>
        <p:spPr>
          <a:xfrm>
            <a:off x="15560965" y="-511680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158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4143</TotalTime>
  <Words>377</Words>
  <Application>Microsoft Office PowerPoint</Application>
  <PresentationFormat>와이드스크린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12롯데마트드림Bold</vt:lpstr>
      <vt:lpstr>둥근모꼴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 Danny</dc:creator>
  <cp:lastModifiedBy>Cha Danny</cp:lastModifiedBy>
  <cp:revision>27</cp:revision>
  <dcterms:created xsi:type="dcterms:W3CDTF">2024-06-18T01:17:33Z</dcterms:created>
  <dcterms:modified xsi:type="dcterms:W3CDTF">2024-08-14T07:26:45Z</dcterms:modified>
</cp:coreProperties>
</file>