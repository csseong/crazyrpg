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6" autoAdjust="0"/>
    <p:restoredTop sz="94660"/>
  </p:normalViewPr>
  <p:slideViewPr>
    <p:cSldViewPr snapToGrid="0">
      <p:cViewPr varScale="1">
        <p:scale>
          <a:sx n="84" d="100"/>
          <a:sy n="84" d="100"/>
        </p:scale>
        <p:origin x="10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52129E-A44A-5B35-48C7-6CB6C59FA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99594B3-7EEB-6466-ECED-60F05330F7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486D10-0F12-B4B8-F18D-8E87A55BC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686E-8DBF-48E2-B4A9-D5FEBD031CA9}" type="datetimeFigureOut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394E32-FD7E-4401-CAB5-28C52D8ED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F0BAD4-FE63-A972-336B-A3B4D3317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0D984-1910-41C2-A88B-C6FAF54CDB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8759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5441DC-4F8C-E001-BC10-FB7C205D4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8986FC-FCEA-7D34-6431-60497C224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81C7DF-8705-A5AD-C194-FAEFB62E7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686E-8DBF-48E2-B4A9-D5FEBD031CA9}" type="datetimeFigureOut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9B062B-E67C-0FA7-FB4F-7EDB89FD8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304643-8D40-1E05-54BF-24DF043A2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0D984-1910-41C2-A88B-C6FAF54CDB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850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885740-CBCB-8D9D-B2F9-0DB1ED23D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0FD0DA-D02F-DF9B-A009-B1836CE5F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05D633-705C-E56D-A780-3FE7FEE95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686E-8DBF-48E2-B4A9-D5FEBD031CA9}" type="datetimeFigureOut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647231-DCE8-3D88-9BDD-7787C3F82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66D4FC-8E78-B85A-5D84-2BA906BF5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0D984-1910-41C2-A88B-C6FAF54CDB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6878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548349-DB6B-E5D5-A61E-4EEA38AC1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816D65-FA55-32F7-291F-AEAC890884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FB4576-78CF-80A3-C3B4-12BB400095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C93D23-B61F-37DD-3CF1-093F99CBA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686E-8DBF-48E2-B4A9-D5FEBD031CA9}" type="datetimeFigureOut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D9B4B4-ADDC-0D1D-70BE-B61A6490F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A6773C-9130-2E4C-9DFA-BD7A1FB39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0D984-1910-41C2-A88B-C6FAF54CDB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747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DC9CAC-9734-E27B-212B-F9DC0FFB7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8E2E65D-C301-5688-3A63-011AA9776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F11F83-9242-49A5-C851-498A73C43D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F0D6D0F-0B7F-8615-AFF6-084D1AC3EB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D84371B-731A-7465-D5CA-E55D623F49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96D7453-7F84-2918-EC27-D62E4969E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686E-8DBF-48E2-B4A9-D5FEBD031CA9}" type="datetimeFigureOut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9A0354F-877D-4880-44DF-58787CFEA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EE3FE87-43BD-A021-F742-54E022A99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0D984-1910-41C2-A88B-C6FAF54CDB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476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A08B52-D77A-93C5-BEAD-7516FB38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14B11A1-130D-B633-F8A6-D7C0A6C47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686E-8DBF-48E2-B4A9-D5FEBD031CA9}" type="datetimeFigureOut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5D97504-FADE-E61A-B202-70DF46BBB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D139F5B-A477-52EC-97A7-E4A0269A3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0D984-1910-41C2-A88B-C6FAF54CDB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462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383F38B-A517-F12C-8426-CDB164325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686E-8DBF-48E2-B4A9-D5FEBD031CA9}" type="datetimeFigureOut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FB03A25-22A8-48BD-85C7-C6D074A80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2B6DE2-0044-908E-F159-40F235C7D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0D984-1910-41C2-A88B-C6FAF54CDB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2649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6AD9AA-42B4-775A-720F-BFCDFFCB2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70F23B-F302-4211-AE14-68E2B456E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5F2BCE2-1068-2909-86FC-1F2F9C21B3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53BC91-8AF0-F03C-D460-EF13588B1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686E-8DBF-48E2-B4A9-D5FEBD031CA9}" type="datetimeFigureOut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7B7A2E-66B5-32D7-859F-D0E301AF4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65C64E-AE9E-3977-0A0A-1AD0BF07B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0D984-1910-41C2-A88B-C6FAF54CDB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6819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71CB7A-564B-B96F-638F-88AD3F9D8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58FE491-EE93-E30F-62A6-A34788A027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8BCB89-2501-C975-E985-75739D07AF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8BE37E8-8BE8-5E2D-7E6D-C8AA72F93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686E-8DBF-48E2-B4A9-D5FEBD031CA9}" type="datetimeFigureOut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3CC7473-ACF6-F006-CC2B-3FA67BB13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CBBEA7-1878-AC39-07E6-71C9E544C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0D984-1910-41C2-A88B-C6FAF54CDB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693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3D1C39-6BAA-38B2-CBD2-7E0C6A384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401301-5B9A-7CE1-E457-427A5F6756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E0DDC8-395A-6835-8B70-9DC0E56FB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686E-8DBF-48E2-B4A9-D5FEBD031CA9}" type="datetimeFigureOut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4DA8D4-2879-944C-1E64-192CD6CCB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C62450-DF4C-A8D4-B3BF-507642BA5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0D984-1910-41C2-A88B-C6FAF54CDB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980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28F7242-3E78-5DD8-DBA8-59956D0F32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446B88D-28F2-528E-55F6-EB0C5E3E29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BF8E63-53CF-C92B-8051-CC9E403DD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686E-8DBF-48E2-B4A9-D5FEBD031CA9}" type="datetimeFigureOut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874657-91A5-CA52-79C6-E10772DF5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11B8EE-B8EC-2CF3-3992-A8EF9784D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0D984-1910-41C2-A88B-C6FAF54CDB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2656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1C1D10C-03B9-ACA1-60CF-BF25209A7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5B19A8-85AE-B872-EC9F-7FE32EA45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A99CAF-9E3D-0202-AD8F-B1A4003273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F686E-8DBF-48E2-B4A9-D5FEBD031CA9}" type="datetimeFigureOut">
              <a:rPr lang="ko-KR" altLang="en-US" smtClean="0"/>
              <a:t>2024-07-25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BB783D-C042-6657-0CAE-E5B7278E9D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7EB559-B251-1EA2-93C1-94C95DBDB1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0D984-1910-41C2-A88B-C6FAF54CDB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241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2248A071-B877-2146-8D50-AB9AA18D6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82" y="1227371"/>
            <a:ext cx="10833418" cy="513572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C9BA016-4F6C-A158-DA00-C658EB630B62}"/>
              </a:ext>
            </a:extLst>
          </p:cNvPr>
          <p:cNvSpPr/>
          <p:nvPr/>
        </p:nvSpPr>
        <p:spPr>
          <a:xfrm>
            <a:off x="2672239" y="3807342"/>
            <a:ext cx="1775460" cy="331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스위치</a:t>
            </a:r>
            <a:br>
              <a:rPr lang="en-US" altLang="ko-KR" sz="1100" dirty="0"/>
            </a:br>
            <a:r>
              <a:rPr lang="en-US" altLang="ko-KR" sz="1100" dirty="0"/>
              <a:t>(</a:t>
            </a:r>
            <a:r>
              <a:rPr lang="ko-KR" altLang="en-US" sz="1100" dirty="0"/>
              <a:t>빨간 네모 지우기 트리거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72215CB-B3B3-AACA-C2D0-5EF8B3255652}"/>
              </a:ext>
            </a:extLst>
          </p:cNvPr>
          <p:cNvSpPr/>
          <p:nvPr/>
        </p:nvSpPr>
        <p:spPr>
          <a:xfrm>
            <a:off x="1939925" y="4216400"/>
            <a:ext cx="523875" cy="73025"/>
          </a:xfrm>
          <a:prstGeom prst="roundRect">
            <a:avLst/>
          </a:prstGeom>
          <a:solidFill>
            <a:srgbClr val="4472C4">
              <a:alpha val="3098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372F65F-BD3A-937B-248B-B62569FCEA88}"/>
              </a:ext>
            </a:extLst>
          </p:cNvPr>
          <p:cNvSpPr/>
          <p:nvPr/>
        </p:nvSpPr>
        <p:spPr>
          <a:xfrm>
            <a:off x="3926840" y="4216399"/>
            <a:ext cx="523875" cy="73025"/>
          </a:xfrm>
          <a:prstGeom prst="roundRect">
            <a:avLst/>
          </a:prstGeom>
          <a:solidFill>
            <a:srgbClr val="4472C4">
              <a:alpha val="3098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09084AF-5601-E085-FBB6-FF903A99418D}"/>
              </a:ext>
            </a:extLst>
          </p:cNvPr>
          <p:cNvSpPr/>
          <p:nvPr/>
        </p:nvSpPr>
        <p:spPr>
          <a:xfrm>
            <a:off x="3736657" y="3536790"/>
            <a:ext cx="261938" cy="258445"/>
          </a:xfrm>
          <a:prstGeom prst="roundRect">
            <a:avLst/>
          </a:prstGeom>
          <a:solidFill>
            <a:srgbClr val="4472C4">
              <a:alpha val="3098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A80EC9F-38D0-94F9-3F50-64BA4933EC90}"/>
              </a:ext>
            </a:extLst>
          </p:cNvPr>
          <p:cNvSpPr/>
          <p:nvPr/>
        </p:nvSpPr>
        <p:spPr>
          <a:xfrm>
            <a:off x="266700" y="139700"/>
            <a:ext cx="4533900" cy="5118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r>
              <a:rPr lang="ko-KR" altLang="en-US" dirty="0"/>
              <a:t>층 </a:t>
            </a:r>
            <a:r>
              <a:rPr lang="en-US" altLang="ko-KR" dirty="0"/>
              <a:t>– </a:t>
            </a:r>
            <a:r>
              <a:rPr lang="ko-KR" altLang="en-US" dirty="0" err="1"/>
              <a:t>숲던전</a:t>
            </a:r>
            <a:r>
              <a:rPr lang="ko-KR" altLang="en-US" dirty="0"/>
              <a:t> </a:t>
            </a:r>
            <a:r>
              <a:rPr lang="en-US" altLang="ko-KR" dirty="0"/>
              <a:t>stage01 </a:t>
            </a:r>
            <a:r>
              <a:rPr lang="ko-KR" altLang="en-US" dirty="0"/>
              <a:t>맵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FF102E0-CC18-32FC-1BBE-7F1875B1EEF2}"/>
              </a:ext>
            </a:extLst>
          </p:cNvPr>
          <p:cNvSpPr/>
          <p:nvPr/>
        </p:nvSpPr>
        <p:spPr>
          <a:xfrm>
            <a:off x="8207057" y="4030979"/>
            <a:ext cx="261938" cy="258445"/>
          </a:xfrm>
          <a:prstGeom prst="roundRect">
            <a:avLst/>
          </a:prstGeom>
          <a:solidFill>
            <a:srgbClr val="4472C4">
              <a:alpha val="3098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F14FB44-D5BA-57AF-C4DE-3966948C6294}"/>
              </a:ext>
            </a:extLst>
          </p:cNvPr>
          <p:cNvSpPr/>
          <p:nvPr/>
        </p:nvSpPr>
        <p:spPr>
          <a:xfrm>
            <a:off x="5374956" y="3299777"/>
            <a:ext cx="530543" cy="495458"/>
          </a:xfrm>
          <a:prstGeom prst="roundRect">
            <a:avLst/>
          </a:prstGeom>
          <a:solidFill>
            <a:srgbClr val="4472C4">
              <a:alpha val="3098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EE05493-5B4C-9B2B-2BB9-FA62D1026DBC}"/>
              </a:ext>
            </a:extLst>
          </p:cNvPr>
          <p:cNvSpPr/>
          <p:nvPr/>
        </p:nvSpPr>
        <p:spPr>
          <a:xfrm>
            <a:off x="7450296" y="4286766"/>
            <a:ext cx="1775460" cy="3314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스위치</a:t>
            </a:r>
            <a:br>
              <a:rPr lang="en-US" altLang="ko-KR" sz="1100" dirty="0"/>
            </a:br>
            <a:r>
              <a:rPr lang="en-US" altLang="ko-KR" sz="1100" dirty="0"/>
              <a:t>(</a:t>
            </a:r>
            <a:r>
              <a:rPr lang="ko-KR" altLang="en-US" sz="1100" dirty="0"/>
              <a:t>노랑 네모 지우기 트리거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915116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22</Words>
  <Application>Microsoft Office PowerPoint</Application>
  <PresentationFormat>와이드스크린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 Danny</dc:creator>
  <cp:lastModifiedBy>Cha Danny</cp:lastModifiedBy>
  <cp:revision>2</cp:revision>
  <dcterms:created xsi:type="dcterms:W3CDTF">2024-07-25T05:49:00Z</dcterms:created>
  <dcterms:modified xsi:type="dcterms:W3CDTF">2024-07-25T08:10:13Z</dcterms:modified>
</cp:coreProperties>
</file>